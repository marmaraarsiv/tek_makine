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69A55E-6600-39E5-1D3A-BAB123DFC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CF35916-DB16-C208-FB10-942D712599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578486C-05DD-7923-35B5-4B4EEFB9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8308216-42CD-BDF9-E792-D5041CF2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B9964E8-BD83-0483-E537-CE7DC29B3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26812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1BB902F-070E-6EC8-B881-DB00D1623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377496A-B8C1-0097-7C6D-45E8528D2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4DE36001-78BA-31A2-80DE-EF5FB301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EE6862F-5BCD-7595-C4B4-286B6382B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DFE006E-2CB4-6FE9-8B69-87E1454B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88539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7DCA40-8C01-50B1-7E49-B4A2F999A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28BD5BB-9C21-710F-FD89-42B7D0FA5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382250C-F239-9E1E-CFC9-31B5DBF8B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4077DD2-2117-4C7A-211A-4B44B572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7F71DA8-56A2-3686-E729-B59C526C0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9335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78C0BE8-AF25-6615-7D5B-494805EE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3FAC72B-CFEB-6617-799E-1A9DA0FD20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041B996-4E9D-454C-9BD4-3C42C62B8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F1020F9-1AD6-79C6-A03A-F1D54E36D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C4F21D5F-7F8A-2AE5-5FE3-420725313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92FED898-B05B-38D2-3235-040EBC155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1810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4062556-CFD7-C44B-5F97-64190AED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BAF519A-4FC2-227F-5E1A-46B037D5F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BE7D4F9-DDF6-B52B-A382-2149AC104F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30AC57E8-ECE7-E7B6-2647-C19D980DC7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87C0AE17-BFDF-F1DE-5407-C8A045C83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9FCCEC63-74F2-6780-1089-742DFF50F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2EB44ED6-077C-7835-FC80-08DA40B6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CA09D3CE-B4A3-E7E8-5635-5B3081185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04598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8B19DE4-B3DD-7B13-89E8-43317B0DC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B7CD022-D72F-6EF0-D858-CD0C83B5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F2A69A8-C265-F1DE-4306-6BF966A3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DFF81B0-980F-70BA-3DBD-A593157D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99039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7A58EBE-BD83-2D02-57AA-96BEE6381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5AAEC2F2-49F0-7D90-A513-606D031C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DCA48903-1C96-C51B-301D-1C55BEE00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1608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4C86081-42EB-BDED-BD86-DA63C773C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5789C31-D8C9-1139-270F-3DFC81C78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1068A6E0-8DFC-F2CA-8BA2-B1B2B6C4F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C4899BD-DD98-8CA1-9D52-BEAE1C52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E54968C-A4A2-45FA-6AE9-45A60887C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4CF9788-0D86-0415-00C3-80C84065B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9136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2B95A1C-AA74-8D33-CF88-5167ED229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3D69E141-E5A3-A6CC-3949-CC82A4CBBD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232AFDA-732E-173B-9335-7B0AA3D92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56C46F97-49A2-7985-49C8-19672393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B8DBE26-E668-4DFA-73B0-087D90690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D2328D1C-88A3-1C8D-8C5B-E9A58985A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73002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9DB958-E524-6052-3CDE-D10AE8626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3203A4D-968B-6C69-3CBF-5922AF48A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F693F81-032B-7294-4ACE-E97EA4874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1378964-E3CF-24F4-BFB4-C7E93783D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9BD91EF-772C-37DB-E5A7-3B1BA149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47915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17443F7-99AD-DA4B-B9AF-80F678E1DF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9EC36B11-0123-7D65-8BD0-F09439F1D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EAD4505-FAF1-3718-027A-A604377A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DDBFB1F-4E66-8BC9-137A-677625DE4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328A11B-405E-F364-7F6B-24AE74971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036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E116BBE-9DC2-B1FE-CD46-068E99B9A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3D6BF28B-F8A3-C6EE-01D6-9EE8BE914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484C44-25D0-B102-487D-267D68AB4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00E4DE-E356-4918-BC69-C6E828C457AD}" type="datetimeFigureOut">
              <a:rPr lang="tr-TR" smtClean="0"/>
              <a:t>25.02.2025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F5D8F58-0860-5732-3866-A4E4AAC819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84FCBBA-0DEA-1D21-A939-08AF7ED748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7CF8F-2AFB-49B4-A597-12FF0F3135A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010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1445F13-F7BA-0C9D-0F4B-F5AB8E3A3A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İMALAT İŞLEMLERİ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575653C-0689-A740-3544-891995F307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/>
              <a:t>Ders 2</a:t>
            </a:r>
          </a:p>
        </p:txBody>
      </p:sp>
    </p:spTree>
    <p:extLst>
      <p:ext uri="{BB962C8B-B14F-4D97-AF65-F5344CB8AC3E}">
        <p14:creationId xmlns:p14="http://schemas.microsoft.com/office/powerpoint/2010/main" val="275446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48439A4A-7369-78D5-9202-29915CBED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7" y="-127810"/>
            <a:ext cx="11041626" cy="7253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78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B02CD0E2-92D9-9E82-F473-D4523BA21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44" y="-191773"/>
            <a:ext cx="10385331" cy="724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193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F983545-7B7C-E227-AD35-3E955F436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3" y="-99464"/>
            <a:ext cx="11159613" cy="7271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73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99060EAD-C3BF-65F0-6266-AFF4DC628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271" y="-230186"/>
            <a:ext cx="11645458" cy="836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20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22412934-CE6C-16AB-42BE-75A814194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61" y="-133371"/>
            <a:ext cx="11788878" cy="71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900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39CDEA71-C22A-1591-5E8C-BEABE6AF8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27623"/>
            <a:ext cx="11670890" cy="728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029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0C352C8-F506-9F83-1E7D-5E932ECCA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-273765"/>
            <a:ext cx="11774793" cy="74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263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E4A9AFF0-52D8-594D-77AD-148F145DE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-179770"/>
            <a:ext cx="11493910" cy="7413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798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7C9A6263-354A-2A94-0810-0E09FFF5B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06" y="-113225"/>
            <a:ext cx="10785987" cy="760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704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</Words>
  <Application>Microsoft Office PowerPoint</Application>
  <PresentationFormat>Geniş ekran</PresentationFormat>
  <Paragraphs>2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Teması</vt:lpstr>
      <vt:lpstr>İMALAT İŞLEMLERİ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Oğuzhan Umutlu</dc:creator>
  <cp:lastModifiedBy>Oğuzhan Umutlu</cp:lastModifiedBy>
  <cp:revision>2</cp:revision>
  <dcterms:created xsi:type="dcterms:W3CDTF">2025-02-25T10:37:20Z</dcterms:created>
  <dcterms:modified xsi:type="dcterms:W3CDTF">2025-02-25T11:26:34Z</dcterms:modified>
</cp:coreProperties>
</file>