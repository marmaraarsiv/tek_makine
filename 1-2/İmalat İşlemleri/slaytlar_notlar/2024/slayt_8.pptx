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A9A1003-AF24-BA32-BE0C-9E3058CA6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8541E40C-EDEC-8D0F-512B-C51F73E25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40E5793-0027-07F1-DD86-75F7C1321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403E713-BE92-BC44-7DC3-205B98CF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0BDC35-F76E-1AB1-DA89-85D45459B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8350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AFC28D-EBC4-EF7D-D8B7-5CD18B40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15CF89-455F-4007-F042-ABA1099AC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9203F3-48D3-6A57-3043-6C26BE5A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5DF602-4CEC-52A4-28A6-B75ECE0D0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302F1EF-E9E5-A161-2CD5-8E10FD92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840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E71772-C8D3-0326-3FEA-3FD7C925F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BFE5430-A22A-2375-9912-607DD6697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5A1C6-B734-65BE-79E5-61A5B310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49FF208-8111-41A9-29B7-E39E6231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200482-0F11-1718-6BC9-98947C4D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3924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0339D-3CD5-5123-EB72-1BF0E89E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FA03706-EA07-D477-5F36-AAAE2CFF5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FFE6930-49B3-7188-8181-CB627C184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7831F65-4A7F-A089-D69C-B2D1EF4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0ED292-593C-DD55-C269-D329F657A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2EA1AC6-06F7-4117-DB59-622B77D6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3405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0F5C14-281D-E087-0F84-DE55FF8E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E5DE3C8-1F17-E8C6-4C3B-D3413493D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FF8256AB-5C06-DAF3-29FB-2AB03FA5E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A2801116-49E0-E70B-E966-DBEE35A03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BCFEE74-9FDB-648B-631E-D5136562E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D98D6F0-8CC1-AD86-77A5-E92AB472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5C43953-B582-F08F-765B-4A35F918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A0DAA304-D56C-1E6A-CD2D-B4BBCE81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694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1A3665-AF50-AE0E-CEE9-3C9B3875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843A5352-8DFE-C5EE-EF65-651B0AE9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13C2B7E-CEBC-7264-FA5F-1FB6403E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5D74556-C5B8-A4E5-F8E5-FE1F124B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0072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47C8D332-6F91-7238-E8F2-B9E8D89D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28BD9E0-3FA3-BDE4-FA27-0C4E1CFF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4E9FF55-9213-AA21-1156-D21B17AC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571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FA8B96-DBA4-0CCA-1720-DB698DAE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83E1E3-36BB-C160-96C6-7FE57A66B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F0268E1F-6DC7-3ABB-11C1-96B44A948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852F57F-4ED9-19C0-741B-C5FDD38F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60406F3-0AD2-2053-570E-B2084516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C2BCE64-884E-EB92-9568-BD35FB69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2313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DF3F28-D3D2-8BA5-68F2-EE3F26B7B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45C1E597-5535-4ED6-6FA1-185062992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9AEACAF-7BC0-9684-2525-6499723E5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C471F89-7CA9-469D-D1BB-6DCC6300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BB13859-C104-C0A6-2175-D69CC37E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3884E706-29F5-6A78-96A0-CC239027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8369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FF5168-AB8D-43CD-3DB2-2E662CAA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887916E-D97F-A374-CD85-A2DF73FC0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F56EF47-1DA6-82B8-1B7D-57B7C5D91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05A133-50DD-9691-6172-FB0108B2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90E6528-DAF6-C3F5-D8BB-A784C5BD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745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449740F6-3A61-31B3-D513-790199967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2394CE0-DC36-948D-2C83-118407CD0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8BCCDEB-7002-2BAE-0B33-7CCC4409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37590-7732-C3E5-711F-7D8973A7E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A6B29A4-4962-22D0-0627-5461527D6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0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976FD29-36C2-3386-8212-C632B1BC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796EEA-DF38-0995-44B4-0C3509A8E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B09B20A-61BF-1EF9-DB77-A99A31F2B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EC8D-B507-43EE-9954-E0E0E8833787}" type="datetimeFigureOut">
              <a:rPr lang="tr-TR" smtClean="0"/>
              <a:t>14.06.2025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DDA2B2-A1E7-2D48-A3D1-E65AB84E3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663F7BB-4797-2075-02B3-8046C5BEE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300A2-E0C6-4B18-BAD7-16976D4F479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672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D0186DDB-3621-0B56-D361-691AA2A17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tr-TR" dirty="0"/>
              <a:t>İMALAT İŞLEMLERİ</a:t>
            </a:r>
            <a:br>
              <a:rPr lang="tr-TR" dirty="0"/>
            </a:br>
            <a:endParaRPr lang="tr-TR" dirty="0"/>
          </a:p>
        </p:txBody>
      </p:sp>
      <p:sp>
        <p:nvSpPr>
          <p:cNvPr id="5" name="Alt Başlık 2">
            <a:extLst>
              <a:ext uri="{FF2B5EF4-FFF2-40B4-BE49-F238E27FC236}">
                <a16:creationId xmlns:a16="http://schemas.microsoft.com/office/drawing/2014/main" id="{400C693E-DB1C-27F6-D9F6-0271E7ADE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tr-TR" dirty="0"/>
              <a:t>Ders No.9</a:t>
            </a:r>
          </a:p>
          <a:p>
            <a:r>
              <a:rPr lang="tr-TR" dirty="0"/>
              <a:t>Slayt </a:t>
            </a:r>
            <a:r>
              <a:rPr lang="tr-TR"/>
              <a:t>No.8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960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27AE1034-CE6E-B105-1FBC-07E15E1F6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800" y="0"/>
            <a:ext cx="916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7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62D3-8385-0C2B-02C2-E83CE8AC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FD526F9-6D37-657E-97EC-75A2B1508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45" y="0"/>
            <a:ext cx="92281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592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8E3F8-15B8-CAC8-3E7C-B2CDF910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04220E0-902B-25CA-5032-169D25480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685" y="0"/>
            <a:ext cx="9432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1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521C-7E3D-D574-4F30-5EA2E5A1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8F8D3DE-8674-552E-80E8-0AC3F91C0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83" y="0"/>
            <a:ext cx="9264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36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CD0C-550E-EB40-A981-F3A1D180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15D61C1-E9AC-3AE0-BCFB-04A9EF322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021" y="0"/>
            <a:ext cx="9149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7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01F69-543D-7F7C-6750-1A8519DD5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0C9FDF0-EB71-3F5C-EFE1-5395AC04D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39" y="0"/>
            <a:ext cx="9155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6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24D8-31D6-9BB9-F886-881CAF54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909588F-C674-71D8-9C4C-5E8221D79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617" y="0"/>
            <a:ext cx="93447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28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6A42-D7F9-2E23-32E4-91D25DC70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7850DDE-5DE3-9DED-BD11-A94B82E6B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424" y="0"/>
            <a:ext cx="9247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76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DAC4-EBF8-71DB-9CA4-0F7E45B7B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07B4BCA-39FE-CFCA-B27B-491957097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64" y="0"/>
            <a:ext cx="9276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80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9B81F-285B-A2E7-D06D-538C51731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7CBC931-401D-113C-54BB-A8C229C3F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498" y="0"/>
            <a:ext cx="9283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68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CA82-E445-C79F-8CCA-77A59A8B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90B0164-F978-2E80-8D03-072265C00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28" y="0"/>
            <a:ext cx="9289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0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2E8A6-84AB-63EB-0AF1-C3FDAB8E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7B2F39E-932D-DF40-043E-EE1A5D8B3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202" y="0"/>
            <a:ext cx="92655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71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FC5-07B4-5189-E479-2AC253CA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3A5D41D-85DB-C86D-D280-231AC7866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882" y="0"/>
            <a:ext cx="9116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953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BAD0-C052-77EF-55AB-E4D9BFC5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4DD4618-E749-B9EC-25C9-46CB0D9A02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71" y="0"/>
            <a:ext cx="96796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16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B42F-9F9F-B84F-72A0-72FCDE205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F43910A-7A88-D373-702E-AC6B070B6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786" y="0"/>
            <a:ext cx="9252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806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956CA-085D-196F-1236-9FA30322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4857FD0-2756-4F72-3E2F-363241867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737" y="0"/>
            <a:ext cx="9258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55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5596-BC02-D02D-E0F4-E4CEF9DE9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111FAD7-9F7D-CD09-FA76-FA0C5710E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83" y="0"/>
            <a:ext cx="9264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06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4AA68-1D81-3FFD-3DB3-B92D1469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2498EDE-B89E-5699-905E-D7E8F5462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873" y="0"/>
            <a:ext cx="92402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49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4DDFA-5B72-378D-8E97-FFE63657C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BD2BB97-E150-8003-2371-49D6F4FFE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955" y="0"/>
            <a:ext cx="92840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57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0BB9-3258-C40D-9ABB-2734E2689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E541380-87D7-0B8F-6EE4-3A978BD143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741" y="0"/>
            <a:ext cx="8874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3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1187-C081-FC07-F1D5-226D59D5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0B887094-6A15-EA04-0281-B89D3B9D1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890" y="0"/>
            <a:ext cx="9382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5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108C3-02BE-6C10-FE96-9C6CF8DE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84D894A-8B8B-F004-A01A-88F88DD21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068" y="0"/>
            <a:ext cx="9173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73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828EF-4788-9B8D-17BE-B3A7B5B4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313D6AC-455D-6F04-7823-3E26BE5BC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72" y="0"/>
            <a:ext cx="936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95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52AD-9150-5D44-71E0-0DD018FB3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C12990D-65FD-9F8B-8913-785F99EEE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354" y="0"/>
            <a:ext cx="92952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89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63F1-C65A-1773-4F07-B6635685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2610959-93FC-EE87-5252-694AE05EC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28" y="0"/>
            <a:ext cx="9289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24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D992E-A1F0-A041-F520-92DF1E9D0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7009954-4879-57B5-78B8-DA4507157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683" y="0"/>
            <a:ext cx="92646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004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D9D4C-F2C4-6F1A-DBC8-2F179C090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E3CA25E-FD84-DAE1-A7E7-8144045DF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14" y="0"/>
            <a:ext cx="9394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78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0811E-7489-3984-6A57-55FB8E38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9BE6E9A-8534-CFDC-4866-6B787FF93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54" y="0"/>
            <a:ext cx="9388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070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5174-A72B-BD8C-4245-E0C272ED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14BA4846-1D5F-035C-6F71-7331B4ACB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85" y="0"/>
            <a:ext cx="9606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5886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5B75D-7BAE-634C-1628-AFA651DA4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FD277BF-12CC-C9DE-ABB7-0F0BA1AC0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409" y="0"/>
            <a:ext cx="94771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5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DD5D-2D20-C610-98EF-510C9400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E9D347E-36CC-D01B-378D-58E4A0CDB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92" y="0"/>
            <a:ext cx="9150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0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1A9E8-BBA5-C3C7-7BA2-9EB01289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835A41A-E548-D6E4-E0C6-B7D8D2A44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512" y="0"/>
            <a:ext cx="9096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89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EB4E-428C-8017-D3FB-DDB758C09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FF30693-7A6B-B6AF-830D-9590147D9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134" y="0"/>
            <a:ext cx="90497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17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67A57-B097-83F3-0A25-7C4A1BF9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BC716A3-3758-F579-1C3B-759000D0E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72" y="0"/>
            <a:ext cx="93634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66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CFB8-E2CA-6824-A24B-8F57168FB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3639567-7A75-734E-1624-9D3DF8E4C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149" y="0"/>
            <a:ext cx="9369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373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046C-0CFC-89C0-70BF-FA617331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84E5E111-3B21-2FDA-C4BF-3A44A7F33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797" y="0"/>
            <a:ext cx="9496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17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060C2-0C89-C00C-82D5-0B04B7FA0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AF80A92-CAC8-6E29-1829-3669B67C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745" y="0"/>
            <a:ext cx="9222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879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07DF-BA86-5367-DC33-9F443CF7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D87D126-5818-5EB9-B471-6C636D376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54" y="0"/>
            <a:ext cx="9388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3050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AC05-1597-4E86-D6D8-BB39FD62C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3E60ABF-5FF9-0259-EDC9-DADC8EDC9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70" y="0"/>
            <a:ext cx="9214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73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87ECC-BFF7-60AE-79FE-FA379C163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03710DF8-E70D-BCDF-1FF1-2BE54DBDC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235" y="0"/>
            <a:ext cx="9199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429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4224F-46A3-23C7-E2F6-BC4E4F3D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DDC2A3C-647F-96A3-0C79-8A337D9B6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506" y="0"/>
            <a:ext cx="9244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9429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A541A-FE57-BBCE-DFF8-3E3C5D5F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11254D7-4C39-7CE5-3B76-CAEE22899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43" y="0"/>
            <a:ext cx="92347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40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E11ED-A22C-0BE4-2D27-A9094F10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66797FA4-8B20-B63D-025A-CBFD166C4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726" y="0"/>
            <a:ext cx="9554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2774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25E34-5F65-2104-63EF-A29E6EC9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1E89EE0-6C46-E38D-1694-29CF6821C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266" y="0"/>
            <a:ext cx="92754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1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Geniş ekran</PresentationFormat>
  <Paragraphs>3</Paragraphs>
  <Slides>45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Teması</vt:lpstr>
      <vt:lpstr>İMALAT İŞLEMLERİ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2</cp:revision>
  <dcterms:created xsi:type="dcterms:W3CDTF">2025-04-29T09:11:49Z</dcterms:created>
  <dcterms:modified xsi:type="dcterms:W3CDTF">2025-06-14T14:14:49Z</dcterms:modified>
</cp:coreProperties>
</file>