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7" r:id="rId3"/>
    <p:sldId id="286" r:id="rId4"/>
    <p:sldId id="285" r:id="rId5"/>
    <p:sldId id="284" r:id="rId6"/>
    <p:sldId id="283" r:id="rId7"/>
    <p:sldId id="282" r:id="rId8"/>
    <p:sldId id="281" r:id="rId9"/>
    <p:sldId id="280" r:id="rId10"/>
    <p:sldId id="279" r:id="rId11"/>
    <p:sldId id="278" r:id="rId12"/>
    <p:sldId id="277" r:id="rId13"/>
    <p:sldId id="276" r:id="rId14"/>
    <p:sldId id="275" r:id="rId15"/>
    <p:sldId id="274" r:id="rId16"/>
    <p:sldId id="273" r:id="rId17"/>
    <p:sldId id="272" r:id="rId18"/>
    <p:sldId id="271" r:id="rId19"/>
    <p:sldId id="270" r:id="rId20"/>
    <p:sldId id="269" r:id="rId21"/>
    <p:sldId id="268" r:id="rId22"/>
    <p:sldId id="267" r:id="rId23"/>
    <p:sldId id="266" r:id="rId24"/>
    <p:sldId id="265" r:id="rId25"/>
    <p:sldId id="264" r:id="rId26"/>
    <p:sldId id="263" r:id="rId27"/>
    <p:sldId id="262" r:id="rId28"/>
    <p:sldId id="261" r:id="rId29"/>
    <p:sldId id="260" r:id="rId30"/>
    <p:sldId id="259" r:id="rId31"/>
    <p:sldId id="257" r:id="rId32"/>
    <p:sldId id="256" r:id="rId3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58BFFB-D2BF-AB5D-023D-3F56BA937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6F8A2F1-9E42-D4FB-5EFE-8C9F64EE1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087C6F3-CF0F-A4C4-40E3-6B06BB5D1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0E8-B95F-48EE-8D9F-43A26FF3BA49}" type="datetimeFigureOut">
              <a:rPr lang="tr-TR" smtClean="0"/>
              <a:t>18.02.2025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F4F5268-F24F-4F7E-5D41-8BAE2D6CB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7F444AD-09F2-1663-90A2-608B4AF6E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D5DA-67D0-4623-B662-ED977D314F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6651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1B006E-2CCA-B996-7485-70E10C522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C4CD3C1-C566-587E-6613-02296B558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BC57F7F-42FB-715B-540F-496A1F141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0E8-B95F-48EE-8D9F-43A26FF3BA49}" type="datetimeFigureOut">
              <a:rPr lang="tr-TR" smtClean="0"/>
              <a:t>18.02.2025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DEE67E2-F9EB-06F6-BBCC-DC5434A4D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A7992C1-BC1B-4FF6-3FE1-812AC7C6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D5DA-67D0-4623-B662-ED977D314F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6980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1FCB8E-DD9B-CA62-A557-0396BBBEC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E4301A9-6017-4A8A-A880-5F1E791EE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F0C7649-BC16-06CF-D249-839F80B9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0E8-B95F-48EE-8D9F-43A26FF3BA49}" type="datetimeFigureOut">
              <a:rPr lang="tr-TR" smtClean="0"/>
              <a:t>18.02.2025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885833F-DE3E-ACDE-C3EC-F60F52C12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CCC12D6-A0AF-46DF-266C-6B9763FD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D5DA-67D0-4623-B662-ED977D314F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8232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36628A-1590-541F-C584-014EB545D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D4E3499-764A-630E-1AAE-15D52A1D3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7EFFA8D-427B-10AE-D078-DA1DEC50D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698296D-2E1C-F6B3-177E-6F5E45854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0E8-B95F-48EE-8D9F-43A26FF3BA49}" type="datetimeFigureOut">
              <a:rPr lang="tr-TR" smtClean="0"/>
              <a:t>18.02.2025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7AD4E20-132B-4263-F5F1-463BD6A7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4604329-6A0B-A81D-EDA4-20503D4D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D5DA-67D0-4623-B662-ED977D314F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688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B3754F9-4566-7FA4-61A1-CF0CA9CE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EB9DEDE-3EC3-BBCE-AB32-EA3BDA5CD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02F077D-FF1F-CA2B-D4FB-3DC2AA712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7D18C3D-5E06-2627-16DA-6020622BE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90E51EC-CE63-9BAF-B606-982BCC36A1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17F90BE4-6906-FD32-1702-CAF47477C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0E8-B95F-48EE-8D9F-43A26FF3BA49}" type="datetimeFigureOut">
              <a:rPr lang="tr-TR" smtClean="0"/>
              <a:t>18.02.2025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CBD43EBC-B2FF-FA06-3109-30D5DF45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9DABDB7-74E1-026D-B6FE-49892B00E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D5DA-67D0-4623-B662-ED977D314F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4339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6BDEACD-8BFA-4AFC-6182-4300F1B0D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5C5AA47D-0681-2198-B143-A1793455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0E8-B95F-48EE-8D9F-43A26FF3BA49}" type="datetimeFigureOut">
              <a:rPr lang="tr-TR" smtClean="0"/>
              <a:t>18.02.2025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F543B28-45D2-44CE-9C58-9552EF9C5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A0B9CEC-25B0-25E3-9FD1-690B5581F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D5DA-67D0-4623-B662-ED977D314F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3051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1F5A8255-91C9-996E-8C0D-E9C0C54E7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0E8-B95F-48EE-8D9F-43A26FF3BA49}" type="datetimeFigureOut">
              <a:rPr lang="tr-TR" smtClean="0"/>
              <a:t>18.02.2025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764323E2-36CF-191C-D1E7-A96943CEA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197F5D-D353-2BA6-A769-04831D86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D5DA-67D0-4623-B662-ED977D314F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90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C3B0F9-9749-9869-0F1C-FCAA328E7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AC07FFC-0B4A-982A-9E61-6283F8D80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DC68EEE-C85B-E150-AE66-31E88767C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8A1302C-6009-C99B-3B80-8F06979D4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0E8-B95F-48EE-8D9F-43A26FF3BA49}" type="datetimeFigureOut">
              <a:rPr lang="tr-TR" smtClean="0"/>
              <a:t>18.02.2025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44400D3-B4EB-98DA-603C-744C687CD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96CE10D-AD3A-825A-3FAC-5B8B78539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D5DA-67D0-4623-B662-ED977D314F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475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4F7B71-A880-0DBC-0192-ACEED127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01892F81-3FDE-6061-53E4-2F24B78D5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F54ABA4-01EB-C20C-9A77-B632B162D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02A2AC0-12E6-77DF-9E38-46D02E83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0E8-B95F-48EE-8D9F-43A26FF3BA49}" type="datetimeFigureOut">
              <a:rPr lang="tr-TR" smtClean="0"/>
              <a:t>18.02.2025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1A7D892-6C34-D126-3EA7-D325253A6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02B626B-9753-4EC2-64A9-17E4E097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D5DA-67D0-4623-B662-ED977D314F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095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65DCC1-2EA8-537C-2255-53E9582D5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D7C9930F-D7ED-8B53-692C-122324217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237E56B-943C-B0A9-DFF2-76DF94D09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0E8-B95F-48EE-8D9F-43A26FF3BA49}" type="datetimeFigureOut">
              <a:rPr lang="tr-TR" smtClean="0"/>
              <a:t>18.02.2025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C7FA2C-55D8-C29B-0D75-C87530DC3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8D2B0BE-A088-B16C-714E-FD0013AC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D5DA-67D0-4623-B662-ED977D314F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086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53D7786-5632-1BD4-93EB-F847B1048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1816556-AA45-0BC7-FCEA-5801FE730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C394C42-BA4C-4F57-D4AE-3E265B777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EC0E8-B95F-48EE-8D9F-43A26FF3BA49}" type="datetimeFigureOut">
              <a:rPr lang="tr-TR" smtClean="0"/>
              <a:t>18.02.2025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2AB8AEC-2690-2865-5FBB-7B77F2365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E7447C6-B8ED-0EB2-B16C-40FF800E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1D5DA-67D0-4623-B662-ED977D314F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6891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FCA4B6A1-74D8-C95F-E052-7FD3F357E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C683AA4-537C-5551-B698-D7140CF03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CCE5FFD-81E6-7CA0-6DC2-441993332B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EC0E8-B95F-48EE-8D9F-43A26FF3BA49}" type="datetimeFigureOut">
              <a:rPr lang="tr-TR" smtClean="0"/>
              <a:t>18.02.2025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C0DD4E8-BCD9-D95D-10C0-016E81BCA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D3C3B06-9FA0-0E66-DE12-83090E54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1D5DA-67D0-4623-B662-ED977D314F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531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D346D8-0044-1C2B-19BD-818A84679E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İMALAT İŞLEMLERİ</a:t>
            </a:r>
            <a:br>
              <a:rPr lang="tr-TR" dirty="0"/>
            </a:b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24391C1-3743-8BF4-84A9-B94B1FDD78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Ders 1</a:t>
            </a:r>
          </a:p>
        </p:txBody>
      </p:sp>
    </p:spTree>
    <p:extLst>
      <p:ext uri="{BB962C8B-B14F-4D97-AF65-F5344CB8AC3E}">
        <p14:creationId xmlns:p14="http://schemas.microsoft.com/office/powerpoint/2010/main" val="3751337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C5FE2-F30F-45CD-8E4F-A52E9A555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D54B5AB-F5A0-4BD3-91A1-6950FF47D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092" y="0"/>
            <a:ext cx="9493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320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011E6-3074-921C-4388-4C130B9A0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BD8E45F-D4E6-E423-B8EE-B2A8E7C7A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91" y="0"/>
            <a:ext cx="107660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4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836A9-A8BB-DF89-678D-0BA8AA4A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ADEA4FA-7BAF-A95E-44D4-02A51D026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07" y="0"/>
            <a:ext cx="101279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09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C644D-7632-47A3-8BE2-51A53624B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BC488A0-8C7C-E966-C485-949E7C811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76" y="0"/>
            <a:ext cx="95646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87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9562F-A206-0F85-08AE-AE1F403E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529D8C7-F9DE-B3C3-D503-CB90504EC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561" y="0"/>
            <a:ext cx="101288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705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7002D-30D2-DB27-A349-0545C897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0CB2793-481A-64A0-B0E7-60650C2BA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187" y="0"/>
            <a:ext cx="9319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60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FEFE-BDD6-0384-AEE1-8D4451B77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298C7E1-D578-B651-BAE2-7446D6727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" y="19050"/>
            <a:ext cx="10868025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347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D24D5-E74B-DCFA-52EE-10C015E41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F6ACC67-C69F-FE8B-4BBB-D2B5F19F9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24" y="0"/>
            <a:ext cx="101245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69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AF98A-C6B5-D0C5-5A31-B5350EC20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4FD9E22-A370-31BD-AC9B-D935E4467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32" y="0"/>
            <a:ext cx="105865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6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48453-8274-46C5-A760-98ACA31CC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588903C-C9CE-412F-3451-D949C1942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496" y="0"/>
            <a:ext cx="9821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97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17564-B99E-E988-662F-24B456664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D9EA4B6-27F8-B0CF-A214-01A19BC3F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25" y="881062"/>
            <a:ext cx="760095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94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D2939-24F6-342A-3400-5224EBE3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24EB49F-370F-7C55-8EAA-A1C390300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92" y="0"/>
            <a:ext cx="99202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71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129D-329D-76FF-11AC-3081920B5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6184E5E-4449-E702-EE3D-326A7ED35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83" y="0"/>
            <a:ext cx="10090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08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96389-0A64-FABF-CFB3-F31158A6B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537D5D3-34CA-9F6B-851B-55877E00B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99" y="0"/>
            <a:ext cx="103792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8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E180A-5F92-FE92-1281-517ADD0F8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10A4AE0-47DB-B004-6902-08A75DB56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240" y="0"/>
            <a:ext cx="98995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52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3C252-82DE-6908-E62E-6DFC91C85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3408907-6941-E516-62D8-59E83158E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02" y="0"/>
            <a:ext cx="100337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528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156A7B5-63C0-B3DA-4750-648CF30DD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84" y="0"/>
            <a:ext cx="96748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66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6487B9A-3A5C-8D7E-E554-12C304C81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484" y="0"/>
            <a:ext cx="92430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839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6E7C455-FB7D-50E8-C9E9-405EE3422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15" y="0"/>
            <a:ext cx="102121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37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EFB30B1-3605-8776-B1DA-98D5A0887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350" y="0"/>
            <a:ext cx="88812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14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4294B2E-EB77-B48D-862D-7DC4E5957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18" y="0"/>
            <a:ext cx="10560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07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5C28702-C732-3CDF-5BC1-88D2AA845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912" y="0"/>
            <a:ext cx="8724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61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142054A4-43DE-0D33-B914-C6E5FD532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832" y="0"/>
            <a:ext cx="92403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91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32975576-22A9-F17B-6B34-9028D6698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743" y="0"/>
            <a:ext cx="9642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780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A9941C1-7FCA-2596-EC0A-B3587D7D7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58" y="0"/>
            <a:ext cx="10021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41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1D628FB4-9D43-E4A1-C8A7-65DF09354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281" y="0"/>
            <a:ext cx="94694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56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CFF551D-0561-F7BA-5B5F-48E343CD0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09" y="0"/>
            <a:ext cx="10146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78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C2544CB-3C65-766C-C6C7-7DF13FA6F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272" y="0"/>
            <a:ext cx="87834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48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8185828-C54A-B407-9F9D-B221DBDD2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57" y="0"/>
            <a:ext cx="99316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60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BE679A9A-F78A-8CE4-8341-CA154594D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44" y="464574"/>
            <a:ext cx="8081711" cy="592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052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2313E584-E49F-3607-48F9-F9248F838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88" y="0"/>
            <a:ext cx="84268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62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</Words>
  <Application>Microsoft Office PowerPoint</Application>
  <PresentationFormat>Geniş ekran</PresentationFormat>
  <Paragraphs>2</Paragraphs>
  <Slides>32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Teması</vt:lpstr>
      <vt:lpstr>İMALAT İŞLEMLERİ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Oğuzhan Umutlu</dc:creator>
  <cp:lastModifiedBy>Oğuzhan Umutlu</cp:lastModifiedBy>
  <cp:revision>3</cp:revision>
  <dcterms:created xsi:type="dcterms:W3CDTF">2025-02-18T09:01:41Z</dcterms:created>
  <dcterms:modified xsi:type="dcterms:W3CDTF">2025-02-18T19:51:44Z</dcterms:modified>
</cp:coreProperties>
</file>