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718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9A1003-AF24-BA32-BE0C-9E3058CA6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541E40C-EDEC-8D0F-512B-C51F73E25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40E5793-0027-07F1-DD86-75F7C1321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403E713-BE92-BC44-7DC3-205B98CF1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30BDC35-F76E-1AB1-DA89-85D45459B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8350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7AFC28D-EBC4-EF7D-D8B7-5CD18B40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B15CF89-455F-4007-F042-ABA1099AC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E9203F3-48D3-6A57-3043-6C26BE5A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35DF602-4CEC-52A4-28A6-B75ECE0D0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302F1EF-E9E5-A161-2CD5-8E10FD92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840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E71772-C8D3-0326-3FEA-3FD7C925F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BFE5430-A22A-2375-9912-607DD6697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B05A1C6-B734-65BE-79E5-61A5B310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49FF208-8111-41A9-29B7-E39E62312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A200482-0F11-1718-6BC9-98947C4D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9244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20339D-3CD5-5123-EB72-1BF0E89E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FA03706-EA07-D477-5F36-AAAE2CFF5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FFE6930-49B3-7188-8181-CB627C184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7831F65-4A7F-A089-D69C-B2D1EF44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30ED292-593C-DD55-C269-D329F657A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2EA1AC6-06F7-4117-DB59-622B77D6B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4057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E0F5C14-281D-E087-0F84-DE55FF8E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E5DE3C8-1F17-E8C6-4C3B-D3413493D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F8256AB-5C06-DAF3-29FB-2AB03FA5E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A2801116-49E0-E70B-E966-DBEE35A03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BCFEE74-9FDB-648B-631E-D5136562E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D98D6F0-8CC1-AD86-77A5-E92AB472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5C43953-B582-F08F-765B-4A35F918E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0DAA304-D56C-1E6A-CD2D-B4BBCE81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694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1A3665-AF50-AE0E-CEE9-3C9B38754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843A5352-8DFE-C5EE-EF65-651B0AE9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A13C2B7E-CEBC-7264-FA5F-1FB6403ED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5D74556-C5B8-A4E5-F8E5-FE1F124B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0072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47C8D332-6F91-7238-E8F2-B9E8D89DC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28BD9E0-3FA3-BDE4-FA27-0C4E1CFF6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4E9FF55-9213-AA21-1156-D21B17AC3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571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FA8B96-DBA4-0CCA-1720-DB698DAE3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483E1E3-36BB-C160-96C6-7FE57A66B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0268E1F-6DC7-3ABB-11C1-96B44A948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852F57F-4ED9-19C0-741B-C5FDD38F7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60406F3-0AD2-2053-570E-B2084516D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2BCE64-884E-EB92-9568-BD35FB69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1231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DDF3F28-D3D2-8BA5-68F2-EE3F26B7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45C1E597-5535-4ED6-6FA1-185062992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9AEACAF-7BC0-9684-2525-6499723E5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C471F89-7CA9-469D-D1BB-6DCC63005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BB13859-C104-C0A6-2175-D69CC37E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884E706-29F5-6A78-96A0-CC239027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836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8FF5168-AB8D-43CD-3DB2-2E662CAA4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887916E-D97F-A374-CD85-A2DF73FC0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F56EF47-1DA6-82B8-1B7D-57B7C5D91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705A133-50DD-9691-6172-FB0108B2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90E6528-DAF6-C3F5-D8BB-A784C5BDE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1745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49740F6-3A61-31B3-D513-790199967F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2394CE0-DC36-948D-2C83-118407CD0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8BCCDEB-7002-2BAE-0B33-7CCC4409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CD37590-7732-C3E5-711F-7D8973A7E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A6B29A4-4962-22D0-0627-5461527D6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0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976FD29-36C2-3386-8212-C632B1BCF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5796EEA-DF38-0995-44B4-0C3509A8E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B09B20A-61BF-1EF9-DB77-A99A31F2B7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CDDA2B2-A1E7-2D48-A3D1-E65AB84E3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663F7BB-4797-2075-02B3-8046C5BEE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672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>
            <a:extLst>
              <a:ext uri="{FF2B5EF4-FFF2-40B4-BE49-F238E27FC236}">
                <a16:creationId xmlns:a16="http://schemas.microsoft.com/office/drawing/2014/main" id="{D0186DDB-3621-0B56-D361-691AA2A17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tr-TR" dirty="0"/>
              <a:t>İMALAT İŞLEMLERİ</a:t>
            </a:r>
            <a:br>
              <a:rPr lang="tr-TR" dirty="0"/>
            </a:br>
            <a:endParaRPr lang="tr-TR" dirty="0"/>
          </a:p>
        </p:txBody>
      </p:sp>
      <p:sp>
        <p:nvSpPr>
          <p:cNvPr id="5" name="Alt Başlık 2">
            <a:extLst>
              <a:ext uri="{FF2B5EF4-FFF2-40B4-BE49-F238E27FC236}">
                <a16:creationId xmlns:a16="http://schemas.microsoft.com/office/drawing/2014/main" id="{400C693E-DB1C-27F6-D9F6-0271E7ADE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tr-TR" dirty="0"/>
              <a:t>Ders No.10</a:t>
            </a:r>
          </a:p>
          <a:p>
            <a:r>
              <a:rPr lang="tr-TR" dirty="0"/>
              <a:t>Slayt </a:t>
            </a:r>
            <a:r>
              <a:rPr lang="tr-TR"/>
              <a:t>No.</a:t>
            </a:r>
            <a:r>
              <a:rPr lang="tr-TR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960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F5F5EF09-0C5A-3225-0D72-D390DAAA5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364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0141-2338-C0B0-5D62-0CF875AA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4E7BB74-9583-AC2D-19D0-8B0C42D1D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2347"/>
            <a:ext cx="12192000" cy="631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54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FE6A4-A98C-F3EA-58E4-D8018B116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C9CE92E-ACE1-801C-3036-0093CC444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46" y="0"/>
            <a:ext cx="113991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50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8FEF7-F5A9-9424-EF1F-F1037B683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9929CB4-0ED7-2F21-761A-2CB934395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3" y="0"/>
            <a:ext cx="12138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22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31850-9355-0380-5E1C-4E45D7CBA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618FAC5-58AA-9994-CD01-54AF992E7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3285"/>
            <a:ext cx="12192000" cy="635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260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0C342-93DD-64DD-BA7B-DD5EBE769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9C34A89-F8AD-1CC2-007B-B9CA609C2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5270"/>
            <a:ext cx="12192000" cy="634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196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3DB54-2CD2-758E-4D97-4176CA114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FC0723E-D7D2-23BD-3261-FC5B48090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0"/>
            <a:ext cx="12192000" cy="673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45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DF0D9-B325-3EAD-1813-E1E5C710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7461C35-8D2F-88D4-B08B-EE0ED6C18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5" y="0"/>
            <a:ext cx="120108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74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B45AB-3C1D-D1B5-6295-F22299AE3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D1CC60F-4218-220A-2247-549D201AA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3285"/>
            <a:ext cx="12192000" cy="635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48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372A9-0B18-14F2-1806-3E8DEF8EF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B881C47-9B85-FD2D-C80A-C2626E347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20"/>
            <a:ext cx="12192000" cy="669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94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DD1B9-61FF-4CE2-2255-0D08BC3E2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268BF0F-6A10-BD11-D996-F2473AEBC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09" y="0"/>
            <a:ext cx="11955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66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D0EA-9B59-4D74-461B-83BAFCDB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6DCA6FB-7263-CF8F-3EF0-349241688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19"/>
            <a:ext cx="12192000" cy="675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69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260E0-570B-3141-7079-5B95CBD36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2CE899A-9697-66B8-E477-CEC5E38CA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510"/>
            <a:ext cx="12192000" cy="631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593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739FF-5EF1-461F-AD7B-7F1CFCF69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A85F78E-28CA-4CDC-8C64-714BA4243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060"/>
            <a:ext cx="12192000" cy="640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52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CC91E-F7B9-A398-AED2-3DE11662A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47E51B9-5E67-1D08-01DC-7BF17F582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"/>
            <a:ext cx="12192000" cy="672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774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50E6A-00CC-0E92-4704-98032DF5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BAC1F2F-5557-B183-A0B1-31F0F66A7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291"/>
            <a:ext cx="12192000" cy="671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99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A9D5D-36FF-F259-7912-8951F13F5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CC9697A-A69E-96FA-681F-AF0A519C6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220"/>
            <a:ext cx="12192000" cy="638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10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35FB3-CD30-49D4-47E2-038BC0B45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57EA72A-DF1C-223D-3E1E-5FBE51450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650"/>
            <a:ext cx="121920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534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DE00F-0C43-0599-BD25-FDAB2AD3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768F116-0B28-9CA3-E10D-6FB293B61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700"/>
            <a:ext cx="121920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661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3D88C-56AD-7D7C-A365-2DB2CAC45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0995F08-4F34-D9BA-AE4A-31B965E6B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"/>
            <a:ext cx="12192000" cy="665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7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9CC9B-945C-6EE8-4441-9DB0FF680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2F2FA86-C684-74D3-3613-92055C7C2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220"/>
            <a:ext cx="12192000" cy="638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81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BF4C3-C63F-11A4-325B-B9F38B224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E11A0A4-2760-2CDA-7B41-464A4D1C2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530"/>
            <a:ext cx="12192000" cy="675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16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9AE8-DEFC-D1CF-A283-136C9EFD6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1F194C7-680C-E5C7-47F7-71F67756C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"/>
            <a:ext cx="12192000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28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8A3EF-D4D1-D493-57ED-3028EBFA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B157918-16FA-98D9-8705-D8F19FD6C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060"/>
            <a:ext cx="12192000" cy="66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012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713D7-90C1-FF44-F561-FC55CBDF6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E640437-B07E-EB35-999D-A7CB34BD7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630"/>
            <a:ext cx="12192000" cy="668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82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352AD-0A3D-EE85-04CC-45551C6DD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112F636-61EC-F22E-6DFF-DF09A3CD5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67"/>
            <a:ext cx="12192000" cy="679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26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48E61-7C49-5C3C-B832-C3416C93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46C4B75-3A82-980E-F4D8-4A493B71A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630"/>
            <a:ext cx="12192000" cy="668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227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DEA64-A93E-C35F-8FA2-9333447F0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0025759-CD3B-C3B7-3FE2-3C90A49C5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6119"/>
            <a:ext cx="12192000" cy="626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893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A0BFC-4481-0EA7-441A-8A654D3E7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DC34FFB-B34B-E813-CD2B-CB33746A0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34" y="0"/>
            <a:ext cx="11065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0927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92334-91F9-BF3A-5338-01CE36201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22EDEC7-40FB-B88C-8B90-CEB9C72D5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530"/>
            <a:ext cx="12192000" cy="675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3415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30F78-4840-D4F2-7B41-748BD8E4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226E676-0FC8-1B8D-0A1D-BAB03199F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"/>
            <a:ext cx="12192000" cy="653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98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A49D-458C-CCFB-787F-87FE32E91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BF28542-E05C-0CB8-5BB3-FA576DD44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320"/>
            <a:ext cx="12192000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5564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91119-5D17-7990-B944-3C6D10015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F027D3C-ED47-6C21-1808-CB8A5A1AD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680"/>
            <a:ext cx="12192000" cy="664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9302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45B4B-B3F2-970D-B5BE-E386E85D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8ABDA77-8FE3-0BC8-5E08-3C15145B6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0"/>
            <a:ext cx="10885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163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8C572-970D-9E6D-E33F-1933198A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DD79F20-9D8E-9D4B-3683-EE1815364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2410"/>
            <a:ext cx="12192000" cy="639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807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EC619-0231-A4E3-0CFF-0407A4E6D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CBD5F15-908E-DFAE-B4ED-BD2F927E9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20"/>
            <a:ext cx="12192000" cy="669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171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13CC6-1B4A-C019-FECD-C8AC63AD0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08D9961-A160-51E6-8C5B-0A320714B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650"/>
            <a:ext cx="121920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439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5FB7-A798-67FF-03B6-5C9F9E7A2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4759553-827E-2F4C-D338-5657F1736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220"/>
            <a:ext cx="12192000" cy="638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29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A82C0-D24B-EBBA-2ECF-31A3C1A2B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D2DB040-5995-1C18-076F-0C3EB1EE5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690"/>
            <a:ext cx="12192000" cy="648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413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933CE-2A27-36E4-CE82-E330C23F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E3AEA4E-6B8B-4697-2704-20D6398C6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35" y="0"/>
            <a:ext cx="108681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7112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1915-76A3-D12F-D683-53F8C7EE2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D92911C-89E3-331D-4FDD-E25718C46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88"/>
            <a:ext cx="12192000" cy="673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362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44715-3C23-E1A2-5CE2-9607804B1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986CFE9-9991-B05A-EBA9-D8EB547F0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66" y="0"/>
            <a:ext cx="110168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9795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40FE-15C6-2CE9-8460-3B4182E81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74E4081-7A68-0882-3DE7-F875C634B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415"/>
            <a:ext cx="12192000" cy="644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8375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70ACF-DA8A-4857-96CC-684465DA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DC3BD7A-8376-0E7B-575A-D764D326B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538"/>
            <a:ext cx="12192000" cy="656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8174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230FE-75F1-B904-3ACD-50FB5DD02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5BD2B23-F21E-3C8B-99F6-86CB64735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60" y="0"/>
            <a:ext cx="117282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967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68B50-D59F-6ACF-ED0F-B2F8F7F20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8D14814-B1AB-70ED-1D96-69248EE2C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0"/>
            <a:ext cx="12192000" cy="683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347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4FDF5-BBCA-8E00-2406-E88AFE948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03175F3-1379-07BE-5C02-52AFDBA8A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94" y="0"/>
            <a:ext cx="106012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659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26C9E-9B9F-8D92-2FAA-D6DEF9C6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16665B5-F837-E713-0B31-5DEB7D5C7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60" y="0"/>
            <a:ext cx="10581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374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15194-623B-8427-A14A-D541B5F03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E96B0A3-0C67-3BFD-5CC4-EE47F1685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19"/>
            <a:ext cx="12192000" cy="67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493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13AA9-F512-79D6-0356-7508AFFC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2A808F3-1296-0385-0B7E-AE296B535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700"/>
            <a:ext cx="121920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6158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39C54-CDC4-AE53-0A90-4EC22CBB6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F0EA344-ADBA-CDE4-5A11-E470EA10C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78" y="0"/>
            <a:ext cx="116462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7086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0CE60-BEC5-9E00-B1DC-E6AC7B6DB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D1EABCD-4752-DF05-F4BF-D80EE4C3A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19" y="0"/>
            <a:ext cx="11880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2442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E8EF8-F455-E487-54AC-F610E7542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867E7E9-A5B8-3ED0-54A4-D7EDCC344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84" y="0"/>
            <a:ext cx="112196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579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E37AD-196F-08AA-BFDC-81746087E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5B0330A-184C-6FC3-DFB6-2186E7968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790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32C59-0FE7-088F-CF75-8FB15431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91C8C5D-B80C-A0F0-5EEE-2771D8062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"/>
            <a:ext cx="12192000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791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C8A78-A384-3B3A-F233-2C766BFBE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6766EE8-8ED0-E341-F540-1F0C59D83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0"/>
            <a:ext cx="12192000" cy="673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676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263FB-E3DB-8101-DCEA-8FC4B9FCC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F796B51-650B-6FCF-7B35-FD30595BA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"/>
            <a:ext cx="12192000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524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F6BE3-4EB8-BDDD-B5D8-F42107786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2952181-633B-3E04-2C41-9ECE2337A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640"/>
            <a:ext cx="12192000" cy="652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026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D615-26F7-C40D-DEEE-2FB64FC1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70B91C8-AFAA-3BD1-F1FF-D30114BAD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1950"/>
            <a:ext cx="12192000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9427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CB345-493F-65D9-6E98-A5F5FFC53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C9D9364-8E3F-5BEF-85EA-8C9CDBFB2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733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F481A-5723-5169-F265-370229976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9C86E86B-B6F9-AEA7-6546-1AD9F88EB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650"/>
            <a:ext cx="121920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199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</Words>
  <Application>Microsoft Office PowerPoint</Application>
  <PresentationFormat>Geniş ekran</PresentationFormat>
  <Paragraphs>3</Paragraphs>
  <Slides>62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62</vt:i4>
      </vt:variant>
    </vt:vector>
  </HeadingPairs>
  <TitlesOfParts>
    <vt:vector size="66" baseType="lpstr">
      <vt:lpstr>Arial</vt:lpstr>
      <vt:lpstr>Calibri</vt:lpstr>
      <vt:lpstr>Calibri Light</vt:lpstr>
      <vt:lpstr>Office Teması</vt:lpstr>
      <vt:lpstr>İMALAT İŞLEMLERİ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Oğuzhan Umutlu</dc:creator>
  <cp:lastModifiedBy>Oğuzhan Umutlu</cp:lastModifiedBy>
  <cp:revision>4</cp:revision>
  <dcterms:created xsi:type="dcterms:W3CDTF">2025-04-29T09:11:49Z</dcterms:created>
  <dcterms:modified xsi:type="dcterms:W3CDTF">2025-06-14T14:28:46Z</dcterms:modified>
</cp:coreProperties>
</file>