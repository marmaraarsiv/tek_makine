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296" r:id="rId48"/>
    <p:sldId id="303" r:id="rId49"/>
    <p:sldId id="304" r:id="rId5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6A29F9-D7D6-2E88-5666-2B269C525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ECC6295-6422-2289-45C7-F7C071043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79FD4B6-B071-99A0-62C7-FB3DCB12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52B8101-AA8D-925C-5985-862C6A72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3CEF40-1CC8-2F96-649C-901C9715A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8179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08E366-5021-A69E-7F8D-90169727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245B6E-E9B7-1A84-6207-2AE48294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335895-4015-396A-05E3-D9806B3F7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058EE3B-F140-E5F8-0856-5567A4C2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A655A3-5892-096A-73AF-9023079D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68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6F4BD8-5E11-7C48-479E-C69A6C63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5A4C4FE-0C21-CF4D-27EB-6A33B6A21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2ADA3E2-CF79-08EB-24D9-07C9FFBD3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648100F-00DA-D936-CDF5-23768428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7D1F312-ED6F-0B26-D26C-A94FF87B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980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24DCF4-DE7D-7A93-7619-21A107D6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F2EEAB-A215-941A-075D-DA9F4113F7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1478CA4-814E-2C6C-9064-367F7C127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1AC79D8-CD38-708E-6E1B-DC4F42BB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5C19A55-8E65-F68C-36B7-036B54CF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586EDB-A686-370D-CF5F-F8478C23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4169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038C75-8ECD-DB73-3C6D-3C80EB299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7D92CAA-AB26-F833-1C98-F64F398C1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8F74EAE-5E09-76A1-B774-32A477C40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E63F7A1-28B4-8528-B67D-003961A1E1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CC67E5E-F0A3-7B64-12A2-83D46E3CF3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8808453-04CB-159E-942D-B8FAB959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39FC623-362F-F0A8-36FB-C8BCE1ED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45777640-46B7-DB46-4420-374C2C1C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154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571E96E-15BE-9D34-777E-65705634D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15176E0A-3494-7129-E096-55BA7E5B4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E56E95F-A18F-B102-7515-F1A8848A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64E8E64F-6590-E711-A774-22D3992B9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165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17580E8-934F-EC15-74B4-77091B6D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53853AE-4F8A-9282-CE0B-34621A33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6DDB628-0385-E1EF-A572-21959F07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327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0EAD84-6CB4-2765-D161-E0F62CAD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1B21F6-0EC8-4B19-4E50-02CA73196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7E60619-77ED-D9EA-D9C4-3FBCED1EA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738DF2E-20C8-63CF-68C4-795A954D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D105B1-F374-6125-C524-99D812859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A6F8C36-C600-8497-0F16-40B9ECC3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7445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52F927F-8A26-19D5-BE0C-9C7FC7122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170370E-11C3-059C-C6C3-D67A5DC4F0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976AEFE-ED7D-3E23-E424-E0D5EC656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4311228-AE59-EFC0-3B30-BE0F495A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1B3020A-D1BB-70BB-B1D4-C7029CF6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AE9D42-7E0C-33F0-A429-1A56BA89F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8857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C0A28D-6F28-B7A7-7937-7953C01D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B4763BB6-660D-CA22-B20D-196C76C22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5B0812-9979-4A0E-1FB0-6C925BA4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3BE0DB1-D830-80D6-7745-0B16D16E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BDE5EE7-E3C7-8A66-70A9-97B8C5CC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395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214858C-A668-4F20-D0FA-29E9517300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D6E32C6-F63F-04E5-F3FB-B28092CB7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ACAAF35-76E4-5CBF-D58C-28C8F3D9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2FDCE2A-D5A7-795B-BE07-E616E3F7D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83E6692-122D-AE0F-F6D5-DC67B430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299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BDBFB9D-F550-009D-E784-8D120FA8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D6F0DC7-B07D-B536-1B47-04C3CFA53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F203047-F8C8-C603-CE31-EDC99733C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DAC9B-4CC2-41F0-8302-5753EAD2C182}" type="datetimeFigureOut">
              <a:rPr lang="tr-TR" smtClean="0"/>
              <a:t>25.03.2025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53F654-9E82-8ACA-6098-6E51D9F92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C0802E5-7C37-FCBA-A409-1C54E83BB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0D6A7-0507-4DE2-81F8-EF915E0FFED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9282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2C97C7D8-3291-820E-9AF4-0D0D56821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A835D07F-4AF3-0A65-10B7-A89D0D08B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tr-TR" dirty="0"/>
              <a:t>Ders No.6</a:t>
            </a:r>
          </a:p>
          <a:p>
            <a:r>
              <a:rPr lang="tr-TR" dirty="0"/>
              <a:t>Slayt No.5</a:t>
            </a:r>
          </a:p>
        </p:txBody>
      </p:sp>
    </p:spTree>
    <p:extLst>
      <p:ext uri="{BB962C8B-B14F-4D97-AF65-F5344CB8AC3E}">
        <p14:creationId xmlns:p14="http://schemas.microsoft.com/office/powerpoint/2010/main" val="1849769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Resim 16">
            <a:extLst>
              <a:ext uri="{FF2B5EF4-FFF2-40B4-BE49-F238E27FC236}">
                <a16:creationId xmlns:a16="http://schemas.microsoft.com/office/drawing/2014/main" id="{976260C0-85A1-EC99-AB9F-53C971897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016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EC44-6109-2A47-9D02-84EC4A461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8235CB6-F9D3-4181-A302-85928779A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519" y="-2"/>
            <a:ext cx="95869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10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3E6CC-40C6-F8C1-5B6B-01BCB0C0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0A65668-F863-634F-3C40-4FD8CA123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770" y="0"/>
            <a:ext cx="9262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95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25D23-16CB-F3E2-EC43-CE6D2469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579E379-739E-FEC8-0EC1-0403BCEC0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698" y="0"/>
            <a:ext cx="93646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5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96EC-2BA3-16C2-867F-90722CAA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835D8F6-C482-A07D-4D42-F44157217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642" y="0"/>
            <a:ext cx="9422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6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E0ED7-B9CA-8CC6-1E13-4856475A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88909AF-FB32-538C-C7B6-B617DDC62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57" y="0"/>
            <a:ext cx="9552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50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3F9D-C165-1922-2B9B-E9F6533D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A6FC566-8B60-6DC3-171A-CB887091A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004" y="0"/>
            <a:ext cx="9399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45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6B9B-BC6A-1499-AA68-F48236B7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120CED2-BFE2-55CD-DAC6-2FFA6D58A9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49" y="0"/>
            <a:ext cx="9617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9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C3F2-66EF-54BE-FC67-C65DE3539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976C17B-B2EE-28F8-3B9E-439ED59BD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254" y="0"/>
            <a:ext cx="9251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3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948E-71C1-49FD-F414-4573C9C49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594BEF6-75D5-FA5D-3A3E-61B713B72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417" y="0"/>
            <a:ext cx="9559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2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B453-F030-5898-3588-108D3817C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F15F272-9409-0A10-38D2-1E37D27A0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985" y="0"/>
            <a:ext cx="95320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16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D2CD-EDB6-0E44-2686-9FADD15D2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2B2073B-E719-B88F-DE3D-041EC7F9A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939" y="0"/>
            <a:ext cx="9116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05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D732-98AB-6295-B940-76A99EB7A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AE418F0-BEFA-53AF-B3B9-661EB8C69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900" y="0"/>
            <a:ext cx="9616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1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1FE3-6C54-C2B8-3232-D6D628FC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9EF318F-70B9-C51C-DFBC-CEDDCC418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397" y="0"/>
            <a:ext cx="9491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95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89D0-CEBE-70DB-39A6-8BB0D0C39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B095FF4-4459-559A-2E9E-F82D13CA6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98" y="0"/>
            <a:ext cx="9454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26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9CD1-0513-1EA5-414C-78780FC27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F5F4FA5-472D-DAAF-199C-753CFE64C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493" y="0"/>
            <a:ext cx="9429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93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16F8-EBC8-5CB5-6F6A-223B875AD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EE21029-ED12-98BB-A877-27A9C51D0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72" y="0"/>
            <a:ext cx="94452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08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DB12-0905-D775-5E4E-BEBFBFCF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0DAE511-0EC1-4A65-633A-6DEE217EC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158" y="0"/>
            <a:ext cx="9397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128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43A8-E6B0-10B3-B9FE-424AA49F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1224B47-75B8-2711-AD2D-6CFA761FF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598" y="0"/>
            <a:ext cx="9426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82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4E4E5-743C-E854-253B-D2609F56A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FB7FCE1-1BDC-C406-3309-867490A42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746" y="0"/>
            <a:ext cx="93465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564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6EC6-5EFE-F7E4-F318-8CE481F9D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89AE6F5-618C-332E-1FAB-741A851DA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545" y="0"/>
            <a:ext cx="9602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304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B97E-5F09-0C9A-7F05-07201E63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FDB4298-623D-39F9-0943-A5711BF63D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349" y="0"/>
            <a:ext cx="94673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311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8BAFA-A179-92F5-33CD-E1324B11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C3E7714-E563-5258-834C-F3BCD5837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13" y="0"/>
            <a:ext cx="98547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72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4539-E55A-3E7E-C67C-EC8BA320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999F0AC-D8C5-82F4-87F5-9CB0BBD7E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92" y="0"/>
            <a:ext cx="9812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5766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613B-D806-D268-545D-419BC1D7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690C52E-2B56-9CB7-1609-83FFD093F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663" y="0"/>
            <a:ext cx="96326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3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5001F-6ECC-C90D-8C3C-C94B30C3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08ED794-4458-B42F-4EF0-DADEDAD06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65" y="0"/>
            <a:ext cx="93850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42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1FC81-E2ED-ED1B-0A21-963F945D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072FB53-B816-3B6F-E23E-B54BF6C98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121" y="0"/>
            <a:ext cx="9517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2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1961-10D3-53CE-47EA-8B1AF34B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21F5FA5-7F2C-BEBC-1C1D-B723CD6FA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855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1BD7-B83D-65B3-5348-51334789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729F7EF-192D-933E-F873-557B2594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69" y="0"/>
            <a:ext cx="9378462" cy="6858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8A599267-7F9C-5444-06A1-951C66BD7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72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F9A75-04ED-78D1-39B2-949ED8082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4C1659A-FF1B-BE2B-3DC2-F71056F033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644" y="0"/>
            <a:ext cx="94187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1207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A6CC-2F8B-A7A8-D4E8-E173368E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315F6AF-2550-7D39-8944-3C5ED6438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739" y="0"/>
            <a:ext cx="9394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34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687BE-6DC4-71C1-6B68-110F6CED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41FBA3A-5A4C-CA65-81D8-07A8AEE7F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644" y="0"/>
            <a:ext cx="94187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85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1E603-4EE9-5B1C-69B7-76BE4ED76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E81E334-A530-81E3-3533-5F0FB8C41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675" y="0"/>
            <a:ext cx="9388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22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AF998-FF00-C985-7057-F9E18A22C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89D5B9B-BDCC-08BF-E8DA-D8B4D905D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702" y="0"/>
            <a:ext cx="92285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53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0458-7A1A-58DA-B76F-A735153AB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556CF49-7E99-20C1-0595-473731010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82" y="0"/>
            <a:ext cx="9410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059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DB9D-E61F-3355-FC89-9933663C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4B27B05-8CC6-4E87-FC9B-D8CA87737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54" y="0"/>
            <a:ext cx="9388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49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538CE-23E7-7075-473F-4A474D5F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C9C81EA-2955-EB72-8C76-59784DDD2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14" y="0"/>
            <a:ext cx="9394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18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2E82-1032-BEC4-FFB3-1C48ABEA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A0CD4CD-9AD5-707C-971E-62277A6E4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604" y="0"/>
            <a:ext cx="9470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25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C3A2-EC79-01F7-6E64-E79036950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A99249A-FAC2-26AA-D268-DCAA0191F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470" y="0"/>
            <a:ext cx="9401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863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16411-86AA-C08E-3BBB-9B3730E9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4593C33-D304-882B-1102-9D29D950A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321" y="0"/>
            <a:ext cx="9407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02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B5B7F-4D4F-D557-3471-B88A03A2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85E801-2C13-9D6C-14DF-C74ACD6EC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09" y="0"/>
            <a:ext cx="9477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749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B6BD-8C81-E8D2-67B2-5DD849B2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CF9227A-75A4-BEC0-1807-91A0A0249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012" y="0"/>
            <a:ext cx="9419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984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2E52-B0A2-07B9-AC72-960628B6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AE35EB9-194D-B12F-FABC-A7353E56E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09" y="0"/>
            <a:ext cx="9477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02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FB6F6-DE15-422F-E4CB-43DC7470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EB68448-EA56-4C01-9167-6C54FFCEF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851" y="0"/>
            <a:ext cx="9426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5538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47A5-6B37-41F1-BAC4-87599564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C20DC4-EADE-D084-BB19-4BC89B01D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795" y="0"/>
            <a:ext cx="9464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293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F16F-5D1A-9D5A-25FB-1156BCF4D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5235407-6E1D-F5A9-76BA-C2D960FD5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84" y="0"/>
            <a:ext cx="95028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960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DFD2A2C-9163-D659-3F11-3C2520F7F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880" y="0"/>
            <a:ext cx="96182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345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D136ED15-4456-92F6-0202-FCC8CFE0E1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794" y="0"/>
            <a:ext cx="9582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32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</Words>
  <Application>Microsoft Office PowerPoint</Application>
  <PresentationFormat>Geniş ekran</PresentationFormat>
  <Paragraphs>3</Paragraphs>
  <Slides>49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3</cp:revision>
  <dcterms:created xsi:type="dcterms:W3CDTF">2025-03-18T08:12:22Z</dcterms:created>
  <dcterms:modified xsi:type="dcterms:W3CDTF">2025-03-25T10:13:08Z</dcterms:modified>
</cp:coreProperties>
</file>