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7" r:id="rId3"/>
    <p:sldId id="286" r:id="rId4"/>
    <p:sldId id="285" r:id="rId5"/>
    <p:sldId id="284" r:id="rId6"/>
    <p:sldId id="283" r:id="rId7"/>
    <p:sldId id="282" r:id="rId8"/>
    <p:sldId id="281" r:id="rId9"/>
    <p:sldId id="280" r:id="rId10"/>
    <p:sldId id="279" r:id="rId11"/>
    <p:sldId id="278" r:id="rId12"/>
    <p:sldId id="277" r:id="rId13"/>
    <p:sldId id="276" r:id="rId14"/>
    <p:sldId id="275" r:id="rId15"/>
    <p:sldId id="274" r:id="rId16"/>
    <p:sldId id="273" r:id="rId17"/>
    <p:sldId id="272" r:id="rId18"/>
    <p:sldId id="271" r:id="rId19"/>
    <p:sldId id="270" r:id="rId20"/>
    <p:sldId id="269" r:id="rId21"/>
    <p:sldId id="268" r:id="rId22"/>
    <p:sldId id="267" r:id="rId23"/>
    <p:sldId id="266" r:id="rId24"/>
    <p:sldId id="265" r:id="rId25"/>
    <p:sldId id="264" r:id="rId26"/>
    <p:sldId id="263" r:id="rId27"/>
    <p:sldId id="262" r:id="rId28"/>
    <p:sldId id="261" r:id="rId29"/>
    <p:sldId id="260" r:id="rId30"/>
    <p:sldId id="259" r:id="rId31"/>
    <p:sldId id="257" r:id="rId32"/>
    <p:sldId id="256" r:id="rId33"/>
    <p:sldId id="289" r:id="rId34"/>
    <p:sldId id="258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DE8BCE-E3E3-E811-5D3A-F03ECC724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92965B25-41FE-08E6-E3F3-8A30EB487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EF9765F-D24E-C5CD-EE80-43B4E343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A1BE180-B7EF-5AAC-F405-2EE86D5F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275B8FA-1468-0F74-8263-DECFE55F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5330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CE4B30-7AA6-2CF1-4B7E-FED23CB40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B688E9-F7BF-0667-0EF6-9057C8843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709EE2-3BE6-47DC-ED7C-C9DDE6D0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2C9CDE7-E6EB-5ACE-35E0-FF868FED7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2BEF130-6F9A-2E17-66C9-CE83728E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6226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77EF7E8-5A81-82D6-BB3C-DBF24C860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D80DC84-548B-E4DE-735D-C884FD716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1D77D7-1BDA-9E5B-3E10-7138FB82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CDD6757-E786-D7F1-A7E3-5109037C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5C17344-006A-D724-8F89-FBCACCB2B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27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91C7A7-0822-E628-35B5-8A66B50F6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2458F30-2A1C-F8BE-4BC8-CFE7E2F33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29CD5BE-6776-A7BF-1019-7B2B6EFAC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5CC3E49-05AF-FA96-8B0C-23F8DEFD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0407A09-83E6-D36D-CA14-8EF09C20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A5A19F0-4423-26D6-20BA-4CF7A626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709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C27D6C-BF89-DC05-FF35-450A6AFF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7435FF9-E03E-6429-2AB6-CA8CCFBFF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39ED2CE-5C62-4341-1077-8141107BC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DC9D8F2-CFBF-F98C-D108-99F890249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1773A3E-D443-1D79-FA54-BA2D069E9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D12E6F0-0F8C-FF04-9003-DFDA53AB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69132DF-2CED-E895-0D83-56866B174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0A2A457-D7EA-B6C6-1E52-AC8152362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308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E01ACE-6C0E-4FDE-4961-1124A422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03A765D-2023-084A-C619-8B287ECB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846C267-148B-B4D4-FA72-BC99455F6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36E7099-8247-0F60-C5A5-7B3E9BA8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064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3ACEE84-853D-30F7-3242-BC0676AA5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D8F8074E-8B44-1836-618B-FC6C2CEF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F53B0F6-9EEF-7BEF-8CE5-7FE2552D7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422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32F42A-10E3-6A67-D2F2-FFF752F3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5A723A-6E92-75F4-4B31-B10F05592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7E19E6C-B256-AF9D-5684-C4B054617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33883F4-A79B-726C-55B2-929A1B91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FE59CEC-D0EC-3144-993B-542F9B4D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33A1CC-E7A2-6C4C-A630-727EBA33E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501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208720-7B91-664B-41C4-DC8CCB75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C21D069C-A1F5-B6A6-5DBE-1AC649418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E62EA3B-49C6-7A22-778D-98176235F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FABC519-7430-CCFC-DF23-79F916E1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9A9A5CF-767F-90B3-6DA1-448F8B33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4372A3A-9B00-4C9C-D821-0396BE16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02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4C3C45-8415-92BA-9479-0710CA0D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927E4C6-7B86-F1E4-D31B-B376D36E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A27829-0F48-DFC0-3CF9-A79D9EE5F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3FF3157-30DC-EC01-173E-53090C84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C44DD8B-E29E-9826-A81A-3DA5FF730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133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2B56797-C580-D168-F648-F3C5D258E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9489C54-9CC9-5D7A-B58B-E4A703CB2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4D9E261-EFA8-6D9D-C176-584992F2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33EE281-A640-A2E5-CB58-02927E04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ED2D423-B879-FC47-19A2-AEB4A9B7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05784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772EE35-007F-211D-68AE-718D7C72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46F91D9-B792-0347-D5D0-1D6BF0F9C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58ECE9-715C-50EA-7919-62D3ABF36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646D3-D0C0-45C3-AC79-A07F097E2FC7}" type="datetimeFigureOut">
              <a:rPr lang="tr-TR" smtClean="0"/>
              <a:t>12.03.2025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842EE7A-DB87-462E-4017-7571C1ADD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7F43BE3-4432-66F0-EF4A-C2D12C3D4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C6653-0C70-403D-9391-B5E17949907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970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D346D8-0044-1C2B-19BD-818A84679E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24391C1-3743-8BF4-84A9-B94B1FDD78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Ders No.1-2</a:t>
            </a:r>
          </a:p>
          <a:p>
            <a:r>
              <a:rPr lang="tr-TR"/>
              <a:t>Slayt No.1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51337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5FE2-F30F-45CD-8E4F-A52E9A55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D54B5AB-F5A0-4BD3-91A1-6950FF47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92" y="0"/>
            <a:ext cx="9493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2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011E6-3074-921C-4388-4C130B9A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BD8E45F-D4E6-E423-B8EE-B2A8E7C7A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91" y="0"/>
            <a:ext cx="10766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4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836A9-A8BB-DF89-678D-0BA8AA4A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ADEA4FA-7BAF-A95E-44D4-02A51D026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007" y="0"/>
            <a:ext cx="10127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09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644D-7632-47A3-8BE2-51A53624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BC488A0-8C7C-E966-C485-949E7C811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76" y="0"/>
            <a:ext cx="95646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87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9562F-A206-0F85-08AE-AE1F403E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529D8C7-F9DE-B3C3-D503-CB90504E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61" y="0"/>
            <a:ext cx="10128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05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002D-30D2-DB27-A349-0545C897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0CB2793-481A-64A0-B0E7-60650C2B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87" y="0"/>
            <a:ext cx="9319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36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FEFE-BDD6-0384-AEE1-8D4451B7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298C7E1-D578-B651-BAE2-7446D6727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9050"/>
            <a:ext cx="10868025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47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D24D5-E74B-DCFA-52EE-10C015E41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F6ACC67-C69F-FE8B-4BBB-D2B5F19F9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24" y="0"/>
            <a:ext cx="101245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6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F98A-C6B5-D0C5-5A31-B5350EC20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4FD9E22-A370-31BD-AC9B-D935E446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32" y="0"/>
            <a:ext cx="10586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2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8453-8274-46C5-A760-98ACA31C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588903C-C9CE-412F-3451-D949C194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496" y="0"/>
            <a:ext cx="9821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9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7564-B99E-E988-662F-24B45666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D9EA4B6-27F8-B0CF-A214-01A19BC3F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881062"/>
            <a:ext cx="76009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9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2939-24F6-342A-3400-5224EBE3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24EB49F-370F-7C55-8EAA-A1C390300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92" y="0"/>
            <a:ext cx="9920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71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129D-329D-76FF-11AC-3081920B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6184E5E-4449-E702-EE3D-326A7ED3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3" y="0"/>
            <a:ext cx="100904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08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96389-0A64-FABF-CFB3-F31158A6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537D5D3-34CA-9F6B-851B-55877E00B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399" y="0"/>
            <a:ext cx="10379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1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E180A-5F92-FE92-1281-517ADD0F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10A4AE0-47DB-B004-6902-08A75DB56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40" y="0"/>
            <a:ext cx="98995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52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3C252-82DE-6908-E62E-6DFC91C8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3408907-6941-E516-62D8-59E83158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02" y="0"/>
            <a:ext cx="10033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28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156A7B5-63C0-B3DA-4750-648CF30DD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84" y="0"/>
            <a:ext cx="9674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6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6487B9A-3A5C-8D7E-E554-12C304C81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484" y="0"/>
            <a:ext cx="9243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39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6E7C455-FB7D-50E8-C9E9-405EE3422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15" y="0"/>
            <a:ext cx="10212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3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EFB30B1-3605-8776-B1DA-98D5A0887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50" y="0"/>
            <a:ext cx="8881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14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4294B2E-EB77-B48D-862D-7DC4E595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18" y="0"/>
            <a:ext cx="10560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07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5C28702-C732-3CDF-5BC1-88D2AA845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912" y="0"/>
            <a:ext cx="8724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61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42054A4-43DE-0D33-B914-C6E5FD53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32" y="0"/>
            <a:ext cx="9240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91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2975576-22A9-F17B-6B34-9028D669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743" y="0"/>
            <a:ext cx="9642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780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A9941C1-7FCA-2596-EC0A-B3587D7D7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8" y="0"/>
            <a:ext cx="10021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241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1D628FB4-9D43-E4A1-C8A7-65DF09354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281" y="0"/>
            <a:ext cx="94694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56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FF551D-0561-F7BA-5B5F-48E343CD0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09" y="0"/>
            <a:ext cx="10146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78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2544CB-3C65-766C-C6C7-7DF13FA6F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272" y="0"/>
            <a:ext cx="8783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48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8185828-C54A-B407-9F9D-B221DBDD2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57" y="0"/>
            <a:ext cx="99316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60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BE679A9A-F78A-8CE4-8341-CA154594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144" y="464574"/>
            <a:ext cx="8081711" cy="592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05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2313E584-E49F-3607-48F9-F9248F83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88" y="0"/>
            <a:ext cx="8426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62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8439A4A-7369-78D5-9202-29915CBED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" y="-127810"/>
            <a:ext cx="11041626" cy="725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87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2CD0E2-92D9-9E82-F473-D4523BA21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4" y="-191773"/>
            <a:ext cx="10385331" cy="724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935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F983545-7B7C-E227-AD35-3E955F43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" y="-99464"/>
            <a:ext cx="11159613" cy="727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73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9060EAD-C3BF-65F0-6266-AFF4DC62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71" y="-230186"/>
            <a:ext cx="11645458" cy="836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0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2412934-CE6C-16AB-42BE-75A81419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1" y="-133371"/>
            <a:ext cx="11788878" cy="71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00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9CDEA71-C22A-1591-5E8C-BEABE6AF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623"/>
            <a:ext cx="11670890" cy="72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29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0C352C8-F506-9F83-1E7D-5E932ECCA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-273765"/>
            <a:ext cx="11774793" cy="74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63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4A9AFF0-52D8-594D-77AD-148F145DE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-179770"/>
            <a:ext cx="11493910" cy="741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98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9A6263-354A-2A94-0810-0E09FFF5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" y="-113225"/>
            <a:ext cx="10785987" cy="760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04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</Words>
  <Application>Microsoft Office PowerPoint</Application>
  <PresentationFormat>Geniş ekran</PresentationFormat>
  <Paragraphs>3</Paragraphs>
  <Slides>41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5</cp:revision>
  <dcterms:created xsi:type="dcterms:W3CDTF">2025-03-12T13:21:30Z</dcterms:created>
  <dcterms:modified xsi:type="dcterms:W3CDTF">2025-03-12T13:25:04Z</dcterms:modified>
</cp:coreProperties>
</file>