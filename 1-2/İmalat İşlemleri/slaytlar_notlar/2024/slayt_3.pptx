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83B5F2-3350-56B5-0633-12472E67F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9A087B6-A711-C837-4AD5-5A56817D0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351D8A3-F291-F142-EC41-7417A8AD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2729587-8928-8E14-4F26-6C0E7773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D0BF385-C948-E42D-2360-6BB61A03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077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931D7A-CA5C-88C0-937E-AF300D4A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F25450A-7A98-73E4-951A-2513E45F2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15A23C2-D4B2-1249-FF2F-1BA2AD13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FCBA1E6-6D6F-78C4-9742-FC02E9239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94639BF-141E-95F2-4D27-58B57F355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344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7216DE-73E3-0A23-2C99-95D060D4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3777043-4C06-D8AA-5C57-2075A3EF0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99DA0E8-CFF3-B6C1-2FEC-14E76DBE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A6456CB-392C-2883-FC51-5806D44E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2799F45-8F13-BEC8-96C4-E622B516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3877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C63360-5E73-C606-2087-6BF852131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95C51CA-6C98-5AC5-85FB-B16126D7F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A2CF7BA-3A92-5F06-6401-388EEF990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3279CED-3F41-4DCB-54C6-7A0DDB10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FDF68DC-4CFE-41E4-525B-528F851BB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691696E-2255-CC99-D50A-4F84EF8F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666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3284BA-4FF7-19D9-ECF1-876B1C3E5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C692AF7-1B80-8766-F32D-47D533C95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739380C-6D77-3324-6053-1815D2DDB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522F229-4282-3D8C-E33C-E20088A77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04B36C5-FB35-CE5B-7880-DF49A50CC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1FAA917-0840-7780-8FCB-8727A76C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A37B6F5-5E3F-57CD-D9C6-0A3C47B1F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316DBFB-DC63-9737-1D73-DE64E9E9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033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7040DE-7C75-31F1-7CE2-F2A9A9ED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050BEAA-7A1D-1091-6136-63CA52C8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4962B70-0F60-2FA7-F5E3-A5AFDF2F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F099A3D-D9B8-51B2-8F01-0AEF8BB01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848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34B9F52-1DC5-6D52-76E2-FA71C121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86DA669-E6C3-AC3A-B71B-70265A0F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A09C33F-46D4-0D49-CD99-449BACAB8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719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1F3E2E-C862-0D67-D2DF-04A258F64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BCA8874-6DC6-7EDC-F3D5-D2D81C8F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E4235AD-511D-A1E7-B638-E72639E84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8DA3FA5-56EC-5046-C7BE-5D1202E7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5E9E075-E211-B00F-34F1-0DE33BDF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EFE51C6-1D7D-F11C-1521-0D40B177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002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5793C9-4808-E3BB-EDE3-5E49846D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0D93CF2-BB56-EC6B-C291-42A1C89B9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267810A-2FCD-C95D-C96F-A407CB956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1577D2D-0B6D-04CB-D197-556309C3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937B1A6-8CCA-CDF8-7058-4B1B850D8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B749301-C973-C53C-53B8-DC71C5846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04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FBAAD6-6C08-01A1-DD79-57A5A8D2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FAA8499-C1A2-133F-E946-B7DD6B314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1365395-2139-DCA8-C4B3-7FBF3CCC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794425C-2C55-F4C7-30FB-10DFC465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6C37C6B-6497-C5DF-8AFA-9F360CA4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8611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DF9F3CF-7D38-17F6-691E-F18F6BCA3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587F9AA-A7B1-BC27-D699-E55A9E7D5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5542411-8A20-ADB7-DC3E-14A43D55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CC6416F-EBCA-06D2-8EC8-00A88234B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78F9F4-0F3A-5447-4836-7B466DC84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222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4278A15-6CCC-C443-8519-16DE7A536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E0AD279-A829-200B-98C1-36C988FB1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CC41BE-B9AA-83F6-8990-6EC1104AB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4D552-E6A2-4687-B6B0-802D5D46EB5D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269A2B7-0BB0-7BFF-F1A9-BDB0D0E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290F7C7-0819-DBB6-D3FE-F266C7104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EB3C4-48CD-4A54-9396-990A7E35DE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867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D39264-9D7C-943E-54AD-DAA59C6C71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8E03A4A-58C3-B769-F8C3-F98C00337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Ders No.4</a:t>
            </a:r>
          </a:p>
          <a:p>
            <a:r>
              <a:rPr lang="tr-TR" dirty="0"/>
              <a:t>Slayt No.3</a:t>
            </a:r>
          </a:p>
        </p:txBody>
      </p:sp>
    </p:spTree>
    <p:extLst>
      <p:ext uri="{BB962C8B-B14F-4D97-AF65-F5344CB8AC3E}">
        <p14:creationId xmlns:p14="http://schemas.microsoft.com/office/powerpoint/2010/main" val="3342883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ADA043F-24CC-7BC3-7089-7AAD1AB6B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669" y="0"/>
            <a:ext cx="9163664" cy="728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62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59B65D1-471B-130A-175C-0CB0E7F1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74" y="-1"/>
            <a:ext cx="10221166" cy="677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75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5663F1BD-CA05-A5E8-F02A-743A30132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0"/>
            <a:ext cx="8717280" cy="694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93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5C3AEBD-C5C1-DCCF-9953-A32213A5B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20" y="-100292"/>
            <a:ext cx="6461760" cy="705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9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2E912BA-32AC-9580-D687-B04C9733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642" y="0"/>
            <a:ext cx="9059482" cy="696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85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753430E-98F9-3FEE-BFA3-AE4F252B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406" y="-108612"/>
            <a:ext cx="9051187" cy="707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40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A9BA62D-66E3-CF45-743D-3766F4C8C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88" y="0"/>
            <a:ext cx="8469424" cy="683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4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32D8949-64F9-DC17-2775-BD55F339F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0"/>
            <a:ext cx="8705489" cy="718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28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081F185-5434-259A-7A23-DB292807B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899" y="-73093"/>
            <a:ext cx="8718201" cy="700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94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B6B6EA7-41BF-2158-F886-48C8EC8F2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-71744"/>
            <a:ext cx="9036468" cy="703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7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FC6A68B-B81C-327E-0006-C32BB9BB8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-106087"/>
            <a:ext cx="8759219" cy="7070173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DBBBDD92-B578-CB9D-EB53-18C9F6DFA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034" y="-61452"/>
            <a:ext cx="554355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65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7D92D91-AF16-3DC8-A8E5-B543CD485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051" y="0"/>
            <a:ext cx="9040018" cy="711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7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B42728C-828C-48D0-3334-53FA9807B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821" y="-185196"/>
            <a:ext cx="8583819" cy="725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19D850A-8F22-C1CB-7BDE-2D6D5CBF1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551" y="104264"/>
            <a:ext cx="9282897" cy="721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234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31A5384-636D-E149-0967-D7189B2AB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57" y="-99434"/>
            <a:ext cx="8840843" cy="705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57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91291E6-3334-F5E9-5B8B-65EFB18CD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77" y="0"/>
            <a:ext cx="10895046" cy="327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32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3FCBAC1-7522-364D-D41D-CDD1310E6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077" y="0"/>
            <a:ext cx="9164332" cy="69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04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9B927BB-E5EC-9607-5B53-602DCED78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858" y="-122716"/>
            <a:ext cx="9178724" cy="713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42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C5311AC-C0C7-BE64-FF74-2E248CD73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64" y="0"/>
            <a:ext cx="9467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85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F6074A4-42FB-6133-64C4-9B7F32AC0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85" y="0"/>
            <a:ext cx="9443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89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37B7CCE-89A3-FB17-0B7F-1110A18AF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98" y="0"/>
            <a:ext cx="94268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71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1F93498-8077-74A7-5F58-55235C685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69" y="0"/>
            <a:ext cx="9378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00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D75B544-4E43-0A7C-1662-2D1175463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45" y="0"/>
            <a:ext cx="9434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07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96F8D73-8FEB-E24F-AE73-E7E38943D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723" y="0"/>
            <a:ext cx="93385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86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4E7B392-D46C-A752-EFBC-31A75C956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82" y="0"/>
            <a:ext cx="9410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46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B619E8E-EAEE-AB54-9BA0-126FB743A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418" y="0"/>
            <a:ext cx="9451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90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F239FAF-28E9-CC0F-952F-0206FF0A7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45" y="0"/>
            <a:ext cx="9434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62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C2CD5BA-1BA3-1CDC-25F6-9B2780D70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697" y="0"/>
            <a:ext cx="9356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42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D12AE0C-20EB-7750-4203-528D4F972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69" y="0"/>
            <a:ext cx="9378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66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5F7C34C-C30E-3F98-6114-81E7D8E17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14" y="0"/>
            <a:ext cx="9402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42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05697CA-5314-C768-6056-124BB2976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993" y="0"/>
            <a:ext cx="9451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71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1A1842B-EE5C-055B-DA89-FF5C62FE1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45" y="0"/>
            <a:ext cx="9434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77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A95D95B-4042-1648-E618-7A3A8A53C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98" y="0"/>
            <a:ext cx="94268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43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054FE85-BBAF-1E3F-22FA-DE509856F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345" y="0"/>
            <a:ext cx="9459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28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DC237BC-3E35-46D2-1F15-5F172191E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69" y="0"/>
            <a:ext cx="9378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977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9D3A081-B0C8-6C8E-4B2E-6270605CE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81" y="0"/>
            <a:ext cx="94838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18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9120FCC-3899-4F46-5788-2218A40C6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82" y="0"/>
            <a:ext cx="9410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18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7BA3317-9C83-A76B-4739-3244414B1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45" y="0"/>
            <a:ext cx="9434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95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</Words>
  <Application>Microsoft Office PowerPoint</Application>
  <PresentationFormat>Geniş ekran</PresentationFormat>
  <Paragraphs>3</Paragraphs>
  <Slides>39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2</cp:revision>
  <dcterms:created xsi:type="dcterms:W3CDTF">2025-03-12T14:01:09Z</dcterms:created>
  <dcterms:modified xsi:type="dcterms:W3CDTF">2025-03-12T14:20:33Z</dcterms:modified>
</cp:coreProperties>
</file>