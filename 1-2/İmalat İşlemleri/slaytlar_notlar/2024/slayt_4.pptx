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72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96A29F9-D7D6-2E88-5666-2B269C5259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7ECC6295-6422-2289-45C7-F7C0710430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79FD4B6-B071-99A0-62C7-FB3DCB128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DAC9B-4CC2-41F0-8302-5753EAD2C182}" type="datetimeFigureOut">
              <a:rPr lang="tr-TR" smtClean="0"/>
              <a:t>18.03.2025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52B8101-AA8D-925C-5985-862C6A724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63CEF40-1CC8-2F96-649C-901C9715A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D6A7-0507-4DE2-81F8-EF915E0FFED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58179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A08E366-5021-A69E-7F8D-90169727A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9245B6E-E9B7-1A84-6207-2AE48294E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1335895-4015-396A-05E3-D9806B3F7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DAC9B-4CC2-41F0-8302-5753EAD2C182}" type="datetimeFigureOut">
              <a:rPr lang="tr-TR" smtClean="0"/>
              <a:t>18.03.2025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058EE3B-F140-E5F8-0856-5567A4C20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DA655A3-5892-096A-73AF-9023079D8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D6A7-0507-4DE2-81F8-EF915E0FFED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03685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06F4BD8-5E11-7C48-479E-C69A6C635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5A4C4FE-0C21-CF4D-27EB-6A33B6A21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2ADA3E2-CF79-08EB-24D9-07C9FFBD3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DAC9B-4CC2-41F0-8302-5753EAD2C182}" type="datetimeFigureOut">
              <a:rPr lang="tr-TR" smtClean="0"/>
              <a:t>18.03.2025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648100F-00DA-D936-CDF5-237684285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7D1F312-ED6F-0B26-D26C-A94FF87BC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D6A7-0507-4DE2-81F8-EF915E0FFED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39803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824DCF4-DE7D-7A93-7619-21A107D60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FF2EEAB-A215-941A-075D-DA9F4113F7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41478CA4-814E-2C6C-9064-367F7C127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1AC79D8-CD38-708E-6E1B-DC4F42BB5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DAC9B-4CC2-41F0-8302-5753EAD2C182}" type="datetimeFigureOut">
              <a:rPr lang="tr-TR" smtClean="0"/>
              <a:t>18.03.2025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5C19A55-8E65-F68C-36B7-036B54CF2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2586EDB-A686-370D-CF5F-F8478C23A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D6A7-0507-4DE2-81F8-EF915E0FFED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1693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9038C75-8ECD-DB73-3C6D-3C80EB299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7D92CAA-AB26-F833-1C98-F64F398C1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8F74EAE-5E09-76A1-B774-32A477C40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AE63F7A1-28B4-8528-B67D-003961A1E1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5CC67E5E-F0A3-7B64-12A2-83D46E3CF3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78808453-04CB-159E-942D-B8FAB9590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DAC9B-4CC2-41F0-8302-5753EAD2C182}" type="datetimeFigureOut">
              <a:rPr lang="tr-TR" smtClean="0"/>
              <a:t>18.03.2025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539FC623-362F-F0A8-36FB-C8BCE1ED5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45777640-46B7-DB46-4420-374C2C1CB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D6A7-0507-4DE2-81F8-EF915E0FFED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51543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571E96E-15BE-9D34-777E-65705634D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15176E0A-3494-7129-E096-55BA7E5B4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DAC9B-4CC2-41F0-8302-5753EAD2C182}" type="datetimeFigureOut">
              <a:rPr lang="tr-TR" smtClean="0"/>
              <a:t>18.03.2025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0E56E95F-A18F-B102-7515-F1A8848A7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4E8E64F-6590-E711-A774-22D3992B9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D6A7-0507-4DE2-81F8-EF915E0FFED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31653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17580E8-934F-EC15-74B4-77091B6DD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DAC9B-4CC2-41F0-8302-5753EAD2C182}" type="datetimeFigureOut">
              <a:rPr lang="tr-TR" smtClean="0"/>
              <a:t>18.03.2025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753853AE-4F8A-9282-CE0B-34621A33E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6DDB628-0385-E1EF-A572-21959F071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D6A7-0507-4DE2-81F8-EF915E0FFED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73270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90EAD84-6CB4-2765-D161-E0F62CADF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21B21F6-0EC8-4B19-4E50-02CA73196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7E60619-77ED-D9EA-D9C4-3FBCED1EA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738DF2E-20C8-63CF-68C4-795A954D3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DAC9B-4CC2-41F0-8302-5753EAD2C182}" type="datetimeFigureOut">
              <a:rPr lang="tr-TR" smtClean="0"/>
              <a:t>18.03.2025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DD105B1-F374-6125-C524-99D812859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A6F8C36-C600-8497-0F16-40B9ECC35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D6A7-0507-4DE2-81F8-EF915E0FFED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87445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52F927F-8A26-19D5-BE0C-9C7FC7122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9170370E-11C3-059C-C6C3-D67A5DC4F0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B976AEFE-ED7D-3E23-E424-E0D5EC656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4311228-AE59-EFC0-3B30-BE0F495A0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DAC9B-4CC2-41F0-8302-5753EAD2C182}" type="datetimeFigureOut">
              <a:rPr lang="tr-TR" smtClean="0"/>
              <a:t>18.03.2025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1B3020A-D1BB-70BB-B1D4-C7029CF64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EAE9D42-7E0C-33F0-A429-1A56BA89F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D6A7-0507-4DE2-81F8-EF915E0FFED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78857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5C0A28D-6F28-B7A7-7937-7953C01D7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B4763BB6-660D-CA22-B20D-196C76C227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95B0812-9979-4A0E-1FB0-6C925BA45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DAC9B-4CC2-41F0-8302-5753EAD2C182}" type="datetimeFigureOut">
              <a:rPr lang="tr-TR" smtClean="0"/>
              <a:t>18.03.2025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3BE0DB1-D830-80D6-7745-0B16D16E1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BDE5EE7-E3C7-8A66-70A9-97B8C5CC1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D6A7-0507-4DE2-81F8-EF915E0FFED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53952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2214858C-A668-4F20-D0FA-29E9517300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D6E32C6-F63F-04E5-F3FB-B28092CB7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ACAAF35-76E4-5CBF-D58C-28C8F3D94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DAC9B-4CC2-41F0-8302-5753EAD2C182}" type="datetimeFigureOut">
              <a:rPr lang="tr-TR" smtClean="0"/>
              <a:t>18.03.2025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2FDCE2A-D5A7-795B-BE07-E616E3F7D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83E6692-122D-AE0F-F6D5-DC67B430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D6A7-0507-4DE2-81F8-EF915E0FFED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42999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9BDBFB9D-F550-009D-E784-8D120FA83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D6F0DC7-B07D-B536-1B47-04C3CFA53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F203047-F8C8-C603-CE31-EDC99733CE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DAC9B-4CC2-41F0-8302-5753EAD2C182}" type="datetimeFigureOut">
              <a:rPr lang="tr-TR" smtClean="0"/>
              <a:t>18.03.2025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753F654-9E82-8ACA-6098-6E51D9F928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C0802E5-7C37-FCBA-A409-1C54E83BBF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0D6A7-0507-4DE2-81F8-EF915E0FFED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92822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1">
            <a:extLst>
              <a:ext uri="{FF2B5EF4-FFF2-40B4-BE49-F238E27FC236}">
                <a16:creationId xmlns:a16="http://schemas.microsoft.com/office/drawing/2014/main" id="{2C97C7D8-3291-820E-9AF4-0D0D568215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tr-TR" dirty="0"/>
              <a:t>İMALAT İŞLEMLERİ</a:t>
            </a:r>
            <a:br>
              <a:rPr lang="tr-TR" dirty="0"/>
            </a:br>
            <a:endParaRPr lang="tr-TR" dirty="0"/>
          </a:p>
        </p:txBody>
      </p:sp>
      <p:sp>
        <p:nvSpPr>
          <p:cNvPr id="5" name="Alt Başlık 2">
            <a:extLst>
              <a:ext uri="{FF2B5EF4-FFF2-40B4-BE49-F238E27FC236}">
                <a16:creationId xmlns:a16="http://schemas.microsoft.com/office/drawing/2014/main" id="{A835D07F-4AF3-0A65-10B7-A89D0D08B3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tr-TR" dirty="0"/>
              <a:t>Ders No.5</a:t>
            </a:r>
          </a:p>
          <a:p>
            <a:r>
              <a:rPr lang="tr-TR" dirty="0"/>
              <a:t>Slayt No.4</a:t>
            </a:r>
          </a:p>
        </p:txBody>
      </p:sp>
    </p:spTree>
    <p:extLst>
      <p:ext uri="{BB962C8B-B14F-4D97-AF65-F5344CB8AC3E}">
        <p14:creationId xmlns:p14="http://schemas.microsoft.com/office/powerpoint/2010/main" val="1849769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C589BEE4-F2AE-1010-E762-45F640A44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58" y="0"/>
            <a:ext cx="103224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015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7461D6D-2705-B08A-0C29-3EB353781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345" y="0"/>
            <a:ext cx="94593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198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38FF1-C52E-97C8-9F1B-7C08E66E4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FE2FBC8-9724-CEAF-6599-BF87DD5BE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000" y="0"/>
            <a:ext cx="9600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574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1881E-70B2-2CF1-FE77-100B58991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F74B6AEC-B625-3171-8F57-D8A923EA3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167" y="0"/>
            <a:ext cx="96676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537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411C2-DF46-4DCF-E543-409A50B6B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69D1B2A6-2CF1-E778-1025-9FD1240111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697" y="0"/>
            <a:ext cx="9356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893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5CBB6-B22B-0041-5D78-D577F74A1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D35AD3D-C9AE-5F06-4945-E95E80D6C3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384" y="0"/>
            <a:ext cx="95832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120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5F8C3-B9BA-6946-96E1-A9A4D7A15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61292740-22E8-1B03-D6B5-C48587AA5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739" y="0"/>
            <a:ext cx="9394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244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8EA1B-6D17-9214-F54F-EAED42118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93DFB375-FD8D-405B-BDFC-1C21E274B5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691" y="0"/>
            <a:ext cx="93806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717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34083-9E91-E9BA-1365-1C9D3B186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0274D131-7586-23BF-CF0D-44392769B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773" y="0"/>
            <a:ext cx="93704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022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BD31A-7C95-DC43-0B2A-14CCACD47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2B753CD0-2B91-B406-D6FD-432E028D2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217" y="0"/>
            <a:ext cx="95415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509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1E38F-D9D7-405E-8C9F-268123B4F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5EF4F44E-7513-9222-4B2E-10049423A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176" y="0"/>
            <a:ext cx="94756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287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AD7E2-6F06-D793-45AE-CA68AA1E6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C4D2349-7023-4B9D-650A-6820DEAFFF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345" y="0"/>
            <a:ext cx="94593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073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325C9-A5F5-AC09-616E-1EADB030A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1ED214EB-51F0-BABB-F610-52B1916BC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769" y="0"/>
            <a:ext cx="93784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284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76437-D0CE-18AF-94A6-AEDA7C021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312F8CE-DA19-6267-5B77-33587E85A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545" y="0"/>
            <a:ext cx="94349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714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F0FE3-66ED-F4B4-B249-6B9043989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1B28204-A6EC-B754-FC73-39B81970F1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418" y="0"/>
            <a:ext cx="94511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986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F5F05-0FF0-C74D-46E2-711D9803F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B8B3C17-8A10-9520-F8CD-DF4AA8C70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82" y="0"/>
            <a:ext cx="94106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167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7F947-016E-4EE0-6957-DFE992E0C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597F4CE9-1A95-B81D-EB00-EF9617C6A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851" y="0"/>
            <a:ext cx="94262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766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89EE0-64C9-7443-596C-57EC050FC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D83F458-EF19-932A-3843-92B206E1CC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685" y="0"/>
            <a:ext cx="9432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089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B4809-1F93-83C0-273F-7DA3586BF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20B899E5-C0CF-D2DB-A98E-FF334C430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604" y="0"/>
            <a:ext cx="94707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055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46E0B-41A0-FE4D-D135-548581CEF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7853AFF-9ED0-BD57-1119-0A5AD122A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614" y="0"/>
            <a:ext cx="93947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7941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088B7-54ED-73F6-3529-E9B6B9347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65FD81F4-CDA7-09D8-8310-6F27D2CB8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685" y="0"/>
            <a:ext cx="9432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342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62B19-3E45-0E7B-1C98-EF0AC3F93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62F68971-C1A0-9E53-6713-7A568B1F67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826" y="0"/>
            <a:ext cx="93323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3971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B9E9F-55CD-99DE-8873-B979C0390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A681B24-DC7E-01D5-0734-5A4D49583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012" y="0"/>
            <a:ext cx="94199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8577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B303C-3174-749B-3C1A-8C7A2AFBF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441996A-AC20-78D6-D47C-4020616F6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342" y="0"/>
            <a:ext cx="94453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0334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B6FFD-8F59-4A3A-8E9D-C53BF0E1D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28A77041-9E8E-F491-900D-1C472D400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149" y="0"/>
            <a:ext cx="93697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6563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26855-C074-6A37-688D-4D642225C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5608F5C6-FA0A-26C6-3F8D-769A8E326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321" y="0"/>
            <a:ext cx="94073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0641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7DCEE-CEDF-407B-6F52-5AB06AFC9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9E8C592-4904-2BAA-FBA5-ECB00D4FF1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272" y="0"/>
            <a:ext cx="93634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1316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AF773-97BD-FD1C-E4B5-B0B73F0F9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C474319-D597-537F-9013-350242B6C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164" y="0"/>
            <a:ext cx="94516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8044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D5DD5-6479-345D-E01E-39C473E88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902C77F-9B7E-A421-5C80-6A258E3E4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342" y="0"/>
            <a:ext cx="94453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7269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E78B2-10C0-A8E8-5636-7B597E6E9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F3F08FF-4D5A-215E-1BD5-16C8B65D2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851" y="0"/>
            <a:ext cx="94262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151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69D55-B5CB-7DEB-ACE3-C69744281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9B7B603A-908F-303B-222E-5FCF0E86E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586" y="0"/>
            <a:ext cx="93468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422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B8933-E038-A417-A9F8-ACCB253E8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9EF08F30-DCA9-68CC-7E49-BF3056599D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200" y="0"/>
            <a:ext cx="940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9211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FACFD-2FF4-46DC-0677-4F1D3B27D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7EFCF96-2899-6A59-3B8B-57F2F622A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851" y="0"/>
            <a:ext cx="94262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4821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2BFDA-23F4-C4BE-90C1-C7F812602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037BAE5-7611-3872-0000-2A0000634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974" y="0"/>
            <a:ext cx="95480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047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9F285-A72F-C278-B3D8-D33722402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1A8DB312-5758-8285-FABF-67E9EB33B1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540" y="0"/>
            <a:ext cx="94529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9583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1FDC6-53E3-43ED-D1EE-096C7389C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F6ED5DFA-BC1E-5C9A-B365-8F974BFEC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164" y="0"/>
            <a:ext cx="94516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201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E282F-BAB9-7947-69E3-5B25A8CF7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AC2D65F-32DB-D92F-B06E-90EFDC911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890" y="0"/>
            <a:ext cx="93822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194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</Words>
  <Application>Microsoft Office PowerPoint</Application>
  <PresentationFormat>Geniş ekran</PresentationFormat>
  <Paragraphs>3</Paragraphs>
  <Slides>38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38</vt:i4>
      </vt:variant>
    </vt:vector>
  </HeadingPairs>
  <TitlesOfParts>
    <vt:vector size="42" baseType="lpstr">
      <vt:lpstr>Arial</vt:lpstr>
      <vt:lpstr>Calibri</vt:lpstr>
      <vt:lpstr>Calibri Light</vt:lpstr>
      <vt:lpstr>Office Teması</vt:lpstr>
      <vt:lpstr>İMALAT İŞLEMLERİ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Oğuzhan Umutlu</dc:creator>
  <cp:lastModifiedBy>Oğuzhan Umutlu</cp:lastModifiedBy>
  <cp:revision>1</cp:revision>
  <dcterms:created xsi:type="dcterms:W3CDTF">2025-03-18T08:12:22Z</dcterms:created>
  <dcterms:modified xsi:type="dcterms:W3CDTF">2025-03-18T08:25:42Z</dcterms:modified>
</cp:coreProperties>
</file>