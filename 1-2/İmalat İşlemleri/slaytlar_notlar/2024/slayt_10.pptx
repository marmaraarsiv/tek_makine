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9A1003-AF24-BA32-BE0C-9E3058CA6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541E40C-EDEC-8D0F-512B-C51F73E25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40E5793-0027-07F1-DD86-75F7C1321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403E713-BE92-BC44-7DC3-205B98CF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30BDC35-F76E-1AB1-DA89-85D45459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835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AFC28D-EBC4-EF7D-D8B7-5CD18B40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15CF89-455F-4007-F042-ABA1099AC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E9203F3-48D3-6A57-3043-6C26BE5A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5DF602-4CEC-52A4-28A6-B75ECE0D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302F1EF-E9E5-A161-2CD5-8E10FD92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840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E71772-C8D3-0326-3FEA-3FD7C925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BFE5430-A22A-2375-9912-607DD6697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05A1C6-B734-65BE-79E5-61A5B310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49FF208-8111-41A9-29B7-E39E6231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200482-0F11-1718-6BC9-98947C4D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924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20339D-3CD5-5123-EB72-1BF0E89E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A03706-EA07-D477-5F36-AAAE2CFF5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FFE6930-49B3-7188-8181-CB627C184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7831F65-4A7F-A089-D69C-B2D1EF44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30ED292-593C-DD55-C269-D329F657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2EA1AC6-06F7-4117-DB59-622B77D6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405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0F5C14-281D-E087-0F84-DE55FF8E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E5DE3C8-1F17-E8C6-4C3B-D3413493D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F8256AB-5C06-DAF3-29FB-2AB03FA5E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2801116-49E0-E70B-E966-DBEE35A03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BCFEE74-9FDB-648B-631E-D5136562E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D98D6F0-8CC1-AD86-77A5-E92AB472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5C43953-B582-F08F-765B-4A35F918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0DAA304-D56C-1E6A-CD2D-B4BBCE81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694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1A3665-AF50-AE0E-CEE9-3C9B3875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43A5352-8DFE-C5EE-EF65-651B0AE9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13C2B7E-CEBC-7264-FA5F-1FB6403E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5D74556-C5B8-A4E5-F8E5-FE1F124B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007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7C8D332-6F91-7238-E8F2-B9E8D89D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28BD9E0-3FA3-BDE4-FA27-0C4E1CFF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4E9FF55-9213-AA21-1156-D21B17AC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571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FA8B96-DBA4-0CCA-1720-DB698DAE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83E1E3-36BB-C160-96C6-7FE57A66B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0268E1F-6DC7-3ABB-11C1-96B44A948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852F57F-4ED9-19C0-741B-C5FDD38F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60406F3-0AD2-2053-570E-B2084516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2BCE64-884E-EB92-9568-BD35FB69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231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DF3F28-D3D2-8BA5-68F2-EE3F26B7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5C1E597-5535-4ED6-6FA1-185062992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9AEACAF-7BC0-9684-2525-6499723E5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C471F89-7CA9-469D-D1BB-6DCC6300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BB13859-C104-C0A6-2175-D69CC37E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884E706-29F5-6A78-96A0-CC239027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836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8FF5168-AB8D-43CD-3DB2-2E662CAA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887916E-D97F-A374-CD85-A2DF73FC0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F56EF47-1DA6-82B8-1B7D-57B7C5D9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705A133-50DD-9691-6172-FB0108B2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90E6528-DAF6-C3F5-D8BB-A784C5BD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745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49740F6-3A61-31B3-D513-790199967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2394CE0-DC36-948D-2C83-118407CD0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8BCCDEB-7002-2BAE-0B33-7CCC4409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D37590-7732-C3E5-711F-7D8973A7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A6B29A4-4962-22D0-0627-5461527D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0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976FD29-36C2-3386-8212-C632B1BCF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5796EEA-DF38-0995-44B4-0C3509A8E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09B20A-61BF-1EF9-DB77-A99A31F2B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DDA2B2-A1E7-2D48-A3D1-E65AB84E3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663F7BB-4797-2075-02B3-8046C5BEE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672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D0186DDB-3621-0B56-D361-691AA2A17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400C693E-DB1C-27F6-D9F6-0271E7ADE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tr-TR" dirty="0"/>
              <a:t>Ders No.11</a:t>
            </a:r>
          </a:p>
          <a:p>
            <a:r>
              <a:rPr lang="tr-TR" dirty="0"/>
              <a:t>Slayt No.10</a:t>
            </a:r>
          </a:p>
        </p:txBody>
      </p:sp>
    </p:spTree>
    <p:extLst>
      <p:ext uri="{BB962C8B-B14F-4D97-AF65-F5344CB8AC3E}">
        <p14:creationId xmlns:p14="http://schemas.microsoft.com/office/powerpoint/2010/main" val="35960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D97644F-C97B-2398-2A22-7B450BF2A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350"/>
            <a:ext cx="121920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AE096-BF60-B0DC-0C24-91104DB0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A48D2AE-871C-8ED1-A615-FDFAE6531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"/>
            <a:ext cx="12192000" cy="67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5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1FABD-60BD-8F4E-8D78-AA05B0C66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828FA44-1C03-3EFF-57C8-DD7F40009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9" y="0"/>
            <a:ext cx="11952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60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B885-4CC2-09F1-51CC-337E6AE3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38CB304-004F-0363-D20B-756A3F613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"/>
            <a:ext cx="12192000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7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96F14-288C-0256-9C0D-071B929D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6CA023B-A4F4-8A5A-107D-FCA386803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730"/>
            <a:ext cx="12192000" cy="660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55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6F79D-A420-D083-85B4-5C3ADAE6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5FC5C01-CEAF-30E5-1DD5-75AF60885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96" y="0"/>
            <a:ext cx="11648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55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1F98-C516-7C0A-D11C-8BBD775E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A426C90-3329-7B17-FC26-ADF308CB4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30"/>
            <a:ext cx="12192000" cy="668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23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004A-170F-81BA-80FB-A6AF12BC0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148B98D-0C08-20C1-47FD-6E219F249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"/>
            <a:ext cx="12192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64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8562-2453-CB08-588B-751A8366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584A744-C5BF-1DF1-A7A5-B326583DF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"/>
            <a:ext cx="12192000" cy="66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83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06270-DFB9-59BD-09D2-1B17F0BF2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9A17FF3-F433-99F0-B26A-09E6CA741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"/>
            <a:ext cx="121920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66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FF90-6D8E-F6A4-0BE4-9CF47A45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F2A735E-8D2F-15D6-BF32-CF3B20309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"/>
            <a:ext cx="1219200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92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1B8DD-DDCB-7F78-B7CA-D1EF47F9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4D240B9-DD76-1117-CF8F-D9D4AFFF3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90"/>
            <a:ext cx="12192000" cy="65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1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6E59-2414-FEA2-D06F-60F0DD96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7056C91-EAD3-DD9F-B302-47BCCF85D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64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C141-2D35-CC31-9F7B-3094703B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7DD73C8-84B0-C4D4-F507-2662423D5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230"/>
            <a:ext cx="12192000" cy="6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30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DB2D-5964-4E5D-143B-23C9FE3F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057AA97-204C-03B9-F87F-C6A49BE9F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"/>
            <a:ext cx="12192000" cy="66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03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3DF5-8359-A182-42B5-6130A677E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446E32D-CC65-F6BF-5E90-D47523D2F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"/>
            <a:ext cx="12192000" cy="653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9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87179-69A5-5FA7-6FC1-78B00C72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B7C26CB-3FCF-7045-66B6-D802689B4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90"/>
            <a:ext cx="12192000" cy="671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92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0C39-0CDC-F2A1-53DD-7FBC62C83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2C7BD0C-664C-79E3-7B1B-3ED1F234A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"/>
            <a:ext cx="121920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77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706AC-D32C-BDCA-3BDE-0EBB45AD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39F9A58-FE9B-5C8F-6428-ED6884C4B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490"/>
            <a:ext cx="12192000" cy="663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79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7BA51-F3AD-0DAE-BE4B-FDEE336D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7C6BE84-2D50-D56A-0FDA-9AFD21C61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"/>
            <a:ext cx="12192000" cy="68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3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8BD5A-A03C-2702-F9A3-26C66B24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6B7864A-7612-7618-F320-74A33FE0B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15"/>
            <a:ext cx="12192000" cy="67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55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FD151-5046-9A47-ED2E-82F89F8C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87C5216-63E8-72B8-216A-8FC34450A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"/>
            <a:ext cx="12192000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17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E1952-6231-121E-8870-28F8DA96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1AF2B17-A26D-C577-4E5E-55CC82E91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30"/>
            <a:ext cx="12192000" cy="668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4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F5826-DFEB-552F-86A1-F792C793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9A81C2C-FD2D-18E5-A875-3C971E714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30"/>
            <a:ext cx="12192000" cy="668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42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65B99-EFDF-55AA-41F6-E8B96749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BCC8768-285D-2296-4B4E-AAD9857C3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2" y="0"/>
            <a:ext cx="11636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7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11DF-969B-BA25-4C80-88E0D63C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A9A259B-14D7-9327-C9E6-06B1AB9AA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15" y="0"/>
            <a:ext cx="11538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58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1507C-5B68-36D6-CBBE-78945D05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752B328-CFB5-715A-057E-ABB17830C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"/>
            <a:ext cx="12192000" cy="665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54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2440-67FE-6C89-2B09-031C529F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D0FF03D-A772-7F37-C71E-5BAFB2B1B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56" y="0"/>
            <a:ext cx="11562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0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D782F-4E10-48BA-8D96-085541ED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25EEE7C-8C37-B7F8-FF87-E72410EAA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"/>
            <a:ext cx="12192000" cy="6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16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562D-A694-B9EE-0AE3-0C4A398D4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E14F5E7-46BF-CBC9-CE8C-76313F8A3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"/>
            <a:ext cx="12192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89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8D42-9444-1548-FA27-7F876922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5542234-7F4A-C303-A2FF-4E7E4F5FB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"/>
            <a:ext cx="12192000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77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B7BD-840B-A981-2EFE-AF415B24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3D69F26-41FD-A402-0E1E-FD3A20FE4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010"/>
            <a:ext cx="12192000" cy="669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64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0D93-E10C-41BE-BAE9-F8D2EDE7B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74B4727-ACBE-840B-962E-66473F5A0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"/>
            <a:ext cx="12192000" cy="6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31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32846-4454-622C-1F48-30EFD015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9CAD05F-DF77-235A-BB54-08ED2D505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625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9C28-2388-0475-AE29-F6214D28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7254523-1D18-540C-C7FA-D27F39CBC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"/>
            <a:ext cx="12192000" cy="67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57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16957-3934-2B9B-7FAE-F6362EF0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79DE7B8-7568-BB73-C58F-6B1DC79FD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"/>
            <a:ext cx="121920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91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2140-F484-31F3-A9BF-3180A9581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A7AFF4A-93A6-63A5-157B-5A643C3A3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"/>
            <a:ext cx="12192000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68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</Words>
  <Application>Microsoft Office PowerPoint</Application>
  <PresentationFormat>Geniş ekran</PresentationFormat>
  <Paragraphs>3</Paragraphs>
  <Slides>38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6</cp:revision>
  <dcterms:created xsi:type="dcterms:W3CDTF">2025-04-29T09:11:49Z</dcterms:created>
  <dcterms:modified xsi:type="dcterms:W3CDTF">2025-06-14T14:45:54Z</dcterms:modified>
</cp:coreProperties>
</file>