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7" r:id="rId4"/>
    <p:sldId id="270" r:id="rId5"/>
    <p:sldId id="271" r:id="rId6"/>
    <p:sldId id="272" r:id="rId7"/>
    <p:sldId id="273" r:id="rId8"/>
    <p:sldId id="274" r:id="rId9"/>
    <p:sldId id="269" r:id="rId10"/>
    <p:sldId id="268" r:id="rId11"/>
    <p:sldId id="275" r:id="rId12"/>
    <p:sldId id="276" r:id="rId13"/>
    <p:sldId id="266" r:id="rId14"/>
    <p:sldId id="277" r:id="rId15"/>
    <p:sldId id="257" r:id="rId16"/>
    <p:sldId id="258" r:id="rId17"/>
    <p:sldId id="260" r:id="rId18"/>
    <p:sldId id="261" r:id="rId19"/>
    <p:sldId id="262" r:id="rId20"/>
    <p:sldId id="263" r:id="rId21"/>
    <p:sldId id="264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906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B37645D-6FC8-7FFD-0A9C-190737B21D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C836DB1E-8F2B-DE90-0F12-7C88363A49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11C20FD-A4EA-1C84-D449-450865C97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6F939-CF03-4FB8-A330-858DE78A5526}" type="datetimeFigureOut">
              <a:rPr lang="tr-TR" smtClean="0"/>
              <a:t>12.03.2025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1FA9E22-E75E-A3D4-AA88-7C47406A9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22F478F-FF66-7F2A-9F52-CEF2DFB4C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981F3-AB6A-41E5-8607-3CF84F945FE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42346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03929C1-F4A4-BD1E-7A90-447C38C93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7995B21-75A6-0E97-1126-C6AD41CED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5431294-6546-D4BF-3E22-5A4B613D0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6F939-CF03-4FB8-A330-858DE78A5526}" type="datetimeFigureOut">
              <a:rPr lang="tr-TR" smtClean="0"/>
              <a:t>12.03.2025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BAA3270-9E4D-A363-5A2D-775FB908C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8377BC1-D24C-38CA-E01A-EBDD7A738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981F3-AB6A-41E5-8607-3CF84F945FE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76596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AD76E4A-37C7-AEF0-B4E1-8E9D49DFB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67EB2E28-1032-46F1-90EC-000E693F4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7C8CE37-3F83-587F-C735-0AC12D7AF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6F939-CF03-4FB8-A330-858DE78A5526}" type="datetimeFigureOut">
              <a:rPr lang="tr-TR" smtClean="0"/>
              <a:t>12.03.2025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3C5CADD-11FC-94A1-7567-C3B6B362D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C13BB1C-E0D0-1F8F-27A5-9C8E42B05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981F3-AB6A-41E5-8607-3CF84F945FE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81296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C85A30C-3301-92F4-993E-67FCA5EC7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177D08A-8EAE-02F4-42E3-3F4E81ED04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FAF80EC2-4B7A-51B4-A599-4D56A8E819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A464190D-D07C-62B7-3056-540D319C3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6F939-CF03-4FB8-A330-858DE78A5526}" type="datetimeFigureOut">
              <a:rPr lang="tr-TR" smtClean="0"/>
              <a:t>12.03.2025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61EB626A-DB9A-3A90-431E-FAA7567F1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0ECA3F0-99C7-BB77-F85E-4216F2568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981F3-AB6A-41E5-8607-3CF84F945FE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62889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9EC58B5-161B-ED3C-0F86-3C5E3EA93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DC53B06-4F02-15D5-B823-09E288366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F68972A7-9E44-B812-691D-90A95DE8F7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14DE9B51-766C-1059-0DE2-96EFB9254F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8A70700A-B93E-7C32-DA8F-ACD7151584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603217FA-5794-A492-E136-9B6D5C028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6F939-CF03-4FB8-A330-858DE78A5526}" type="datetimeFigureOut">
              <a:rPr lang="tr-TR" smtClean="0"/>
              <a:t>12.03.2025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0BD1D351-2F02-C46E-28ED-0620D9E0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D5DCD3FE-F7F1-DA88-7EEB-688AC0351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981F3-AB6A-41E5-8607-3CF84F945FE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00719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F01FD7F-4A7F-2D28-B976-2455082EE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5B833262-E79B-0DFA-92A8-A53FC6B12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6F939-CF03-4FB8-A330-858DE78A5526}" type="datetimeFigureOut">
              <a:rPr lang="tr-TR" smtClean="0"/>
              <a:t>12.03.2025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13A6EFDE-23EF-7B45-2E52-E9A5EA547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1EE9290D-F6E6-C1DF-CFEC-6AFFBDEF2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981F3-AB6A-41E5-8607-3CF84F945FE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91342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AC415A5A-1A3B-C1DE-3FD5-1F3C53E3C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6F939-CF03-4FB8-A330-858DE78A5526}" type="datetimeFigureOut">
              <a:rPr lang="tr-TR" smtClean="0"/>
              <a:t>12.03.2025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BCF69F3F-40DE-2D33-2A19-533404F1C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6A5B8CF0-10AA-1B1E-F612-234DFC455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981F3-AB6A-41E5-8607-3CF84F945FE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56910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F10B5B9-40F9-C650-DDC4-70BB07AFB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1AA8503-6F4A-C178-355F-36D49C38C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0E7DB699-91E9-19D8-BCBC-15A9967FA5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41FFA08E-5EFB-06AF-12F7-9018A27EB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6F939-CF03-4FB8-A330-858DE78A5526}" type="datetimeFigureOut">
              <a:rPr lang="tr-TR" smtClean="0"/>
              <a:t>12.03.2025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492649DF-96E7-7B1C-DD58-D9D9DF6D3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5706E677-809D-B5D6-148C-FFF432680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981F3-AB6A-41E5-8607-3CF84F945FE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28545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B13E8C2-40E5-8A39-2D91-762E0944F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7B8AD74B-5DF9-5D23-2E51-A79905C1D1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CE4938A8-1EE6-CE7A-15EB-3AD684C995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A05CC5EA-60A0-C9DD-C176-0ACCAFFDF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6F939-CF03-4FB8-A330-858DE78A5526}" type="datetimeFigureOut">
              <a:rPr lang="tr-TR" smtClean="0"/>
              <a:t>12.03.2025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518B535-D29D-D379-88D0-91C56DD96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B7875BE-741C-73A1-BE6A-F38267F45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981F3-AB6A-41E5-8607-3CF84F945FE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97641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6CD7335-6403-4258-9595-3ACA4999E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01ED958B-0B28-7837-093A-86AC7CE170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E2C1680-4D8E-C411-6120-201060344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6F939-CF03-4FB8-A330-858DE78A5526}" type="datetimeFigureOut">
              <a:rPr lang="tr-TR" smtClean="0"/>
              <a:t>12.03.2025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F2EAFFC-119A-AA36-2009-47FDD8DE1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5146F6C-352B-2464-D1A8-78741DDAE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981F3-AB6A-41E5-8607-3CF84F945FE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59044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D2587039-95D4-1603-3B45-12AE022BB6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043A2C14-1C1C-FAB0-6C0D-DF1B5EA25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87BB679-A02E-FCA1-28C1-FF5A04472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6F939-CF03-4FB8-A330-858DE78A5526}" type="datetimeFigureOut">
              <a:rPr lang="tr-TR" smtClean="0"/>
              <a:t>12.03.2025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68394D5-4E54-99D6-E200-E6911F39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17C2911-20A3-0381-6AC8-65059A92E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981F3-AB6A-41E5-8607-3CF84F945FE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94943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AFF2DAA3-9FF3-07BE-9DB6-FAB3FEF37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E7C1A4C-644A-FC66-408B-41626E24E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7E48C6C-F50F-FA51-291D-52789FEC7D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26F939-CF03-4FB8-A330-858DE78A5526}" type="datetimeFigureOut">
              <a:rPr lang="tr-TR" smtClean="0"/>
              <a:t>12.03.2025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53A28AD-E4EB-4667-255C-01E10D6CE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4BDD4A4-716B-04E7-BFC0-E2A63630A1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3981F3-AB6A-41E5-8607-3CF84F945FE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22322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0D39264-9D7C-943E-54AD-DAA59C6C71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İMALAT İŞLEMLERİ</a:t>
            </a:r>
            <a:br>
              <a:rPr lang="tr-TR" dirty="0"/>
            </a:br>
            <a:endParaRPr lang="tr-TR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78E03A4A-58C3-B769-F8C3-F98C003379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Ders No.3</a:t>
            </a:r>
          </a:p>
          <a:p>
            <a:r>
              <a:rPr lang="tr-TR" dirty="0"/>
              <a:t>Slayt No.2</a:t>
            </a:r>
          </a:p>
        </p:txBody>
      </p:sp>
    </p:spTree>
    <p:extLst>
      <p:ext uri="{BB962C8B-B14F-4D97-AF65-F5344CB8AC3E}">
        <p14:creationId xmlns:p14="http://schemas.microsoft.com/office/powerpoint/2010/main" val="3342883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9F778393-18C2-FFDB-06FE-13389DE7D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160" y="-35719"/>
            <a:ext cx="8869680" cy="692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126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43A0F280-0942-63C8-8B2B-90C59F625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30" y="-169717"/>
            <a:ext cx="7313939" cy="719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444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AA87D-07D6-AC01-1A93-118760BC2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F12A9084-BCAE-5F69-0CD2-FF7022173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243" y="-106680"/>
            <a:ext cx="10315514" cy="7071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977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55818-ADD1-5803-C6D6-9CCCAABC7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A20D82BF-FEAB-688C-95F9-827CACC90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913" y="-149763"/>
            <a:ext cx="7016174" cy="71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603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F83AE-48A1-32B8-DD6C-FBF0CD35E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E39E3E8C-BC52-F995-9361-8D3104DB0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280" y="0"/>
            <a:ext cx="9235439" cy="723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29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52631-A637-128D-5BE3-71981EE04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7363E261-E5ED-C634-CB4B-DA30533E2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-169645"/>
            <a:ext cx="8900159" cy="7197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833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545C8-AFBC-A575-26C4-B62892D61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AE3C73FB-6FE4-64C3-E257-79144D607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804" y="-137160"/>
            <a:ext cx="10275676" cy="6855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294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854595AE-D9A7-E699-B7FD-2FDA1440D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206" y="-129540"/>
            <a:ext cx="8337495" cy="711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609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83D649F8-DC08-8D6C-95E8-7AEE00218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633" y="-121920"/>
            <a:ext cx="9163235" cy="710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474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93B1C-85BD-4373-68AA-F1B3AE6A9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266C7B72-4AC7-D0F9-E09E-3D128268B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776" y="-117221"/>
            <a:ext cx="9124448" cy="6975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752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59CCC-6246-CBE2-5952-001C3E94B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FB62407A-86A4-B102-AE65-DE06D5DD4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493" y="-239671"/>
            <a:ext cx="8785013" cy="733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36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A1E36EC9-A38C-B9A7-481B-1E9C90769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6680" y="-533400"/>
            <a:ext cx="12466320" cy="7906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629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9D920-0A0E-791D-3309-EB9D87396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ECBF79BE-B4F2-48C8-F2DA-437237AC8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139" y="0"/>
            <a:ext cx="9284327" cy="7025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572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Resim 8">
            <a:extLst>
              <a:ext uri="{FF2B5EF4-FFF2-40B4-BE49-F238E27FC236}">
                <a16:creationId xmlns:a16="http://schemas.microsoft.com/office/drawing/2014/main" id="{DD7C784C-9906-F063-B473-55C5E22C8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983" y="-123539"/>
            <a:ext cx="8227910" cy="7280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56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BAE52B95-4B06-E0C5-CB24-3604CA457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136" y="-78658"/>
            <a:ext cx="8272923" cy="745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6447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DC5E7859-92E1-501F-3DC7-BB426267F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825" y="-76995"/>
            <a:ext cx="9114349" cy="7011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933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9318BD41-43E5-8B49-51CA-8EC10B3F6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694" y="-132234"/>
            <a:ext cx="8820612" cy="7380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7687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B05F052D-89DE-D421-6773-904BFF576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180" y="-81103"/>
            <a:ext cx="8611453" cy="7020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4661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4F787612-2E83-A058-BA3E-CE98774DC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527" y="-27323"/>
            <a:ext cx="8500208" cy="6981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8839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F9FD2042-C7D6-BC02-0391-EED8D39E4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071" y="0"/>
            <a:ext cx="8567858" cy="6980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8767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550409A7-4568-2ED2-57EE-F12EC0DA9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314" y="0"/>
            <a:ext cx="86373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098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E61D94A1-E53D-4C3E-A994-75BBFF3D0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280" y="0"/>
            <a:ext cx="8251439" cy="7128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6377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49D62FC5-A493-E776-6EC1-175B0003D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556" y="-106680"/>
            <a:ext cx="9162888" cy="7071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375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7245F034-406D-1772-3F9E-A2E396002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817" y="-99060"/>
            <a:ext cx="9602365" cy="705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6203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200654F2-87D4-9A11-1A80-10B542806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616" y="-121920"/>
            <a:ext cx="10496191" cy="7178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8152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C4D7C842-3318-F17D-ED0F-5283623FD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161" y="-176861"/>
            <a:ext cx="8849677" cy="7211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0675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D0838ADE-FEB6-3E63-9021-60A1FEF41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803" y="-249940"/>
            <a:ext cx="11416393" cy="735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0909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B8B34102-8EFA-61FA-9222-44E9B257C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171" y="-182880"/>
            <a:ext cx="9151945" cy="704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5609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AF3D047E-4186-8A4F-EA67-1DA19DEE8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030" y="-91440"/>
            <a:ext cx="10187940" cy="704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8045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7194550B-E317-355F-27E3-B9B2D6A50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912" y="-142194"/>
            <a:ext cx="9292175" cy="7142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1620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18A3EB84-6462-15F5-5493-464EE502A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964" y="-73554"/>
            <a:ext cx="8926071" cy="7005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6087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B2CD1EB0-999E-73CC-BDD2-7C148C84C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740" y="-64008"/>
            <a:ext cx="8732520" cy="6986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5329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2889600A-02D0-7C79-62C4-18D8AB5D9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427" y="-140152"/>
            <a:ext cx="8945146" cy="713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028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DDCAF7B3-40A4-DE73-2BB5-A6149A504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1" y="-259047"/>
            <a:ext cx="8681484" cy="7376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3513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52FED18F-E938-3659-F143-F0F1705CE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082" y="1"/>
            <a:ext cx="8964118" cy="7121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3277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A2985C9D-9577-AEB7-8D44-82FB58256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1" y="-90436"/>
            <a:ext cx="10020512" cy="7055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241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11</Words>
  <Application>Microsoft Office PowerPoint</Application>
  <PresentationFormat>Geniş ekran</PresentationFormat>
  <Paragraphs>3</Paragraphs>
  <Slides>37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37</vt:i4>
      </vt:variant>
    </vt:vector>
  </HeadingPairs>
  <TitlesOfParts>
    <vt:vector size="41" baseType="lpstr">
      <vt:lpstr>Arial</vt:lpstr>
      <vt:lpstr>Calibri</vt:lpstr>
      <vt:lpstr>Calibri Light</vt:lpstr>
      <vt:lpstr>Office Teması</vt:lpstr>
      <vt:lpstr>İMALAT İŞLEMLERİ 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Oğuzhan Umutlu</dc:creator>
  <cp:lastModifiedBy>Oğuzhan Umutlu</cp:lastModifiedBy>
  <cp:revision>3</cp:revision>
  <dcterms:created xsi:type="dcterms:W3CDTF">2025-03-12T13:24:28Z</dcterms:created>
  <dcterms:modified xsi:type="dcterms:W3CDTF">2025-03-12T14:00:14Z</dcterms:modified>
</cp:coreProperties>
</file>