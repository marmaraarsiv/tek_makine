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8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715C756-2DA0-ED79-A472-BD4D43948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989427D4-80DA-0382-088C-29F082320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B1CFDF9-D5BE-334E-FE52-A65563287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9207-6E1E-4A8A-BA32-932333D7C2DC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5D807E6-D94F-69F1-057C-D071C7A9C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61D1B7B-A14A-5029-48C7-19C56A8B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54EF-8749-4E1C-BC63-AAF59062A2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9567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C96736D-8D86-548E-269E-65315C5A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6681714-78DA-8E89-E653-E8363873F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8D58CDE-7196-C140-1579-AB77706E8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9207-6E1E-4A8A-BA32-932333D7C2DC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08B217B-54C3-18AC-17DB-E525EB5E9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B2D7E1D-4888-7BFC-1B64-CFA7CA11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54EF-8749-4E1C-BC63-AAF59062A2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0861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7279C5D-6CC1-B250-497C-323878DD6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17516EF-9F2F-81A4-5039-6C2AFC789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B06E9F0-CB92-7CFE-A11B-10286D76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9207-6E1E-4A8A-BA32-932333D7C2DC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7749A68-9C2E-2BC6-0B43-C48EEB801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D23AF33-6BAE-C106-6C65-EB75ED641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54EF-8749-4E1C-BC63-AAF59062A2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692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D63F68C-A0DF-8750-322A-95193A34A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B7E9422-4F20-0FD5-FF2B-C84741AE64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E8AFB01-3810-20C3-9A16-6DE932036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938515F-67CC-0514-A648-D1EFD734D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9207-6E1E-4A8A-BA32-932333D7C2DC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41AC53A-AD52-7824-1EE4-F584833D3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F94B603-35D3-F457-817C-3DCDADE6C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54EF-8749-4E1C-BC63-AAF59062A2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6358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BA8DDD-6154-FF33-4C69-F74B59906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D424C07-839E-180C-4706-44637ED6E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7718F9B-20EE-C54A-C197-4E5E381A1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C070F2A-26F7-8B2C-C14D-C2F33A3C9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1F5D598E-53EC-CD77-A375-090FA6F880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5AB906AA-28D8-2002-7B22-46E8746C0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9207-6E1E-4A8A-BA32-932333D7C2DC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52C3B3ED-85D6-973A-6725-1037EE283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7349A375-1197-D98F-0BF1-4903355B5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54EF-8749-4E1C-BC63-AAF59062A2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981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85F8649-9354-7BC8-D8A4-A8EF7BD26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2C9354F9-34AC-0944-0552-9CEAF8F58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9207-6E1E-4A8A-BA32-932333D7C2DC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4A46E47E-EBBE-B0E6-B5FA-738C61251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AB3042E-4EF4-4322-C7C3-19942F96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54EF-8749-4E1C-BC63-AAF59062A2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3998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6FD0612F-3D55-15A4-9037-2E70D1A2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9207-6E1E-4A8A-BA32-932333D7C2DC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BA422E7F-E8A2-B5E7-A64E-3367F4FE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970CE94-7BF7-8147-ADCA-19D35981E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54EF-8749-4E1C-BC63-AAF59062A2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90039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376266-256C-4EFC-89F7-12164ECF0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04A3AF6-EBCB-A3B2-2BBE-E0BD90829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B8F0208-31EF-0728-C24D-6E36A3BEF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D0C4B77-9774-B197-FBD3-E63B8D088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9207-6E1E-4A8A-BA32-932333D7C2DC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1213D1B-1A41-985C-5144-EE8725A05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437FA66-A577-BCA9-AD7B-78C21EA9A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54EF-8749-4E1C-BC63-AAF59062A2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2205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FF88F4-C872-9459-AC78-DB0DEB158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73EC9090-3CE3-C90A-E63D-81853B5FA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E65E898-91B3-1BC3-C55C-8DF0F51A8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0DC374B-F647-E628-0AA8-EF3C6FB8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9207-6E1E-4A8A-BA32-932333D7C2DC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48FFE9D-7B9B-CEDF-FCD5-4A4956C6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02EAFF2-C46D-3D59-8F19-CF779D29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54EF-8749-4E1C-BC63-AAF59062A2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0787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AFD15B-91E1-B6B3-DA20-8D8623D0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9A2FD29-99E0-82B4-32D7-B3883034B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C0DA75C-6BA6-6960-F81B-E7ACBD338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9207-6E1E-4A8A-BA32-932333D7C2DC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F7B021A-9E38-0E61-50B4-3EF76085D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2C8A564-45BF-C4E9-0D7A-BDF85776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54EF-8749-4E1C-BC63-AAF59062A2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93345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B31C18C7-C948-7867-9F45-54BC93AD0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1385B59-2002-3026-61C1-7AB984949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CD792A2-3C46-24B2-6E2A-2288F02A8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9207-6E1E-4A8A-BA32-932333D7C2DC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761CD91-CF38-9B1C-37D5-F65021997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54635F-028C-E98C-3E9E-5CF38FE8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154EF-8749-4E1C-BC63-AAF59062A2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1453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19A18CE-55F7-FB29-7746-299F411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EAF1B7F-1246-6B3A-2C3F-57D677104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C7315A1-F25F-8993-0DB8-3BDC2231BC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A9207-6E1E-4A8A-BA32-932333D7C2DC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5ED3EB-95BA-44CD-847C-E52E6B294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83656B2-782B-A4EC-B548-B22E5A38B7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154EF-8749-4E1C-BC63-AAF59062A2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2149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şlık 1">
            <a:extLst>
              <a:ext uri="{FF2B5EF4-FFF2-40B4-BE49-F238E27FC236}">
                <a16:creationId xmlns:a16="http://schemas.microsoft.com/office/drawing/2014/main" id="{5F546ECD-2195-7FB1-5F3A-0DA3D84CA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tr-TR" dirty="0"/>
              <a:t>İMALAT İŞLEMLERİ</a:t>
            </a:r>
            <a:br>
              <a:rPr lang="tr-TR" dirty="0"/>
            </a:br>
            <a:endParaRPr lang="tr-TR" dirty="0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326D6689-2E43-B769-4845-CE72F855C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tr-TR" dirty="0"/>
              <a:t>Ders No.8</a:t>
            </a:r>
          </a:p>
          <a:p>
            <a:r>
              <a:rPr lang="tr-TR" dirty="0"/>
              <a:t>Slayt </a:t>
            </a:r>
            <a:r>
              <a:rPr lang="tr-TR"/>
              <a:t>No.7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76583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B68F748B-8692-F4CE-3176-07134CF94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070" y="0"/>
            <a:ext cx="9179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142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341DA-0DF9-607B-AD87-CE2B39A9F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88FA91F-C773-6A1B-0ED2-290B9C446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068" y="0"/>
            <a:ext cx="9173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099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E1B1-980C-D6A6-794B-2A94565EB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800CE32-C842-C1CA-7FBE-5C7070AD3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053" y="0"/>
            <a:ext cx="9197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61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46E37-850D-A68C-EBED-743657041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5AABD35-C5D4-48B5-2F05-37D351D53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75" y="0"/>
            <a:ext cx="88334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8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EE7EB-2279-A848-1E41-48DE777CF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F1FA15E-22A8-DD75-A8A0-A06228300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062" y="0"/>
            <a:ext cx="9167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232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665F9-6D2E-A5DA-CC21-62E9E1B7F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D5FE470-6C0B-ABF6-D7E6-2A27BA75B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573" y="0"/>
            <a:ext cx="90848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32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C8FEA-5CE1-618A-1231-2F793AC73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51D2843-74D3-3E8E-BF78-9EB8B95CD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062" y="0"/>
            <a:ext cx="9167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424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E9F84-789E-C8A6-3ACA-E32EDBD3D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1A23FE3-7F0E-74D8-18BC-2C8532036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053" y="0"/>
            <a:ext cx="9161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48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0CE71-AA11-1368-C373-E3F2E904E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9DB4D26-F52A-BA21-47B5-252BB5568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222" y="0"/>
            <a:ext cx="89975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87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CFBD9-DA8E-0209-CCA6-9811DF2F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F4C8A28-8B9D-1F2F-C3AA-CDC6B7829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021" y="0"/>
            <a:ext cx="91499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37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C8DD1-9F2F-2E9D-CC19-507F2561A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9B976DF-0FEA-B8F7-CA2C-1AD94B850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509" y="0"/>
            <a:ext cx="9078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67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437C6-0C09-1DC3-6B55-03B29DA00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D5D6EF0-712A-FFAF-5688-95C1FCD97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42" y="0"/>
            <a:ext cx="90731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538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36035-AA43-E7AA-0A38-9DE5B0DCB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26505F8-E6BC-6524-60CE-5590D0E6E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062" y="0"/>
            <a:ext cx="9167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177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A179C-60F4-BAC4-CAAB-024ADCFE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A554BFA-4FDD-09F9-7DB2-0EEC083FE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216" y="0"/>
            <a:ext cx="90555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99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53E87-8441-6B51-440F-47060CB07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B496A84-6FE8-F290-0FD1-942010F81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28" y="0"/>
            <a:ext cx="9289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795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AC4EB-11AB-B9C7-5E2D-8F8E4FC44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7869026-B8E0-BDF5-7AFB-5A109F713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070" y="0"/>
            <a:ext cx="9179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35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9B3E7-A4D1-E9BE-781B-2748E681D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B439140-CC32-F5CE-5214-9851E8B04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559" y="0"/>
            <a:ext cx="90148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740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8AD0B-426F-87FC-27CE-B67F93D1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92F0237-6602-992A-3A28-B777C24C4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832" y="0"/>
            <a:ext cx="92463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4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B541F-51B9-017C-2C32-8280ADD01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BF18586-7076-2DD6-10ED-B016902FF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021" y="0"/>
            <a:ext cx="91499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001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F84A9-745D-23C6-ED24-EFF222E51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CF51F08-4FD7-35C7-50C9-DC0889CE9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039" y="0"/>
            <a:ext cx="92039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78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90787-9D22-A56E-D28B-685990D67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DB55D33-045D-B037-AAE1-7A4AA88D7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370" y="0"/>
            <a:ext cx="90672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882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E680A-E1F6-DE74-34D5-0B09D12C9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7731C6F-8BE1-2C54-5E80-0ADEE99DD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021" y="0"/>
            <a:ext cx="93759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88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DC484-64EE-F3E5-D2FC-333503593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0334986-084F-C7EE-3B1D-7B331B61C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974" y="0"/>
            <a:ext cx="92220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553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8800-D7B0-6BCF-B8AF-16DFE1332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F1DDC9B-0B1A-C5CE-66C3-26CFEA6D3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92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7D702-B8C6-A999-B386-24C7CEA91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41118A6-9D87-8F71-B41E-F3975766E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506" y="0"/>
            <a:ext cx="88949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7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91DAF-D78C-E9CA-C91E-33976F3A9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C9DEA75-D74C-56DA-3982-6FE5FABDD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509" y="0"/>
            <a:ext cx="9078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574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BE47FAD-55EA-F8D9-288C-0D950D744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306" y="0"/>
            <a:ext cx="8957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222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F0EFB-DA1F-2B33-0C3D-CF68B5D88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6BD23DE-B095-9087-FFCE-DC88D46D1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306" y="0"/>
            <a:ext cx="8957388" cy="685800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B5DC93AF-4AD5-2E48-20A0-98DC85B5E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633" y="0"/>
            <a:ext cx="90907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82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19C87-09A2-9969-9021-1A4EE878E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5FD2B22-829B-BE08-D1F2-5E2B5A78D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070" y="0"/>
            <a:ext cx="9179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9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BE86E-C244-F754-88CC-629357708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D46EB3B-8527-1FD5-2676-8EC90060D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974" y="0"/>
            <a:ext cx="91380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6388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3AC24-1610-D568-4DD1-78F14A9B3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403C62A-BEC6-C6CA-6D24-82093594B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750" y="0"/>
            <a:ext cx="848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409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</Words>
  <Application>Microsoft Office PowerPoint</Application>
  <PresentationFormat>Geniş ekran</PresentationFormat>
  <Paragraphs>3</Paragraphs>
  <Slides>32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Teması</vt:lpstr>
      <vt:lpstr>İMALAT İŞLEMLERİ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Oğuzhan Umutlu</dc:creator>
  <cp:lastModifiedBy>Oğuzhan Umutlu</cp:lastModifiedBy>
  <cp:revision>2</cp:revision>
  <dcterms:created xsi:type="dcterms:W3CDTF">2025-04-29T09:08:26Z</dcterms:created>
  <dcterms:modified xsi:type="dcterms:W3CDTF">2025-06-14T14:14:41Z</dcterms:modified>
</cp:coreProperties>
</file>