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1" r:id="rId5"/>
    <p:sldId id="262" r:id="rId6"/>
    <p:sldId id="263" r:id="rId7"/>
    <p:sldId id="264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78" r:id="rId21"/>
    <p:sldId id="279" r:id="rId22"/>
    <p:sldId id="280" r:id="rId23"/>
    <p:sldId id="281" r:id="rId24"/>
    <p:sldId id="282" r:id="rId25"/>
    <p:sldId id="283" r:id="rId26"/>
    <p:sldId id="284" r:id="rId27"/>
    <p:sldId id="285" r:id="rId28"/>
    <p:sldId id="286" r:id="rId29"/>
    <p:sldId id="287" r:id="rId30"/>
    <p:sldId id="288" r:id="rId31"/>
    <p:sldId id="289" r:id="rId32"/>
    <p:sldId id="290" r:id="rId33"/>
    <p:sldId id="291" r:id="rId34"/>
    <p:sldId id="292" r:id="rId35"/>
    <p:sldId id="293" r:id="rId36"/>
    <p:sldId id="294" r:id="rId37"/>
    <p:sldId id="295" r:id="rId38"/>
    <p:sldId id="296" r:id="rId39"/>
    <p:sldId id="297" r:id="rId40"/>
    <p:sldId id="298" r:id="rId41"/>
    <p:sldId id="299" r:id="rId42"/>
    <p:sldId id="300" r:id="rId43"/>
    <p:sldId id="301" r:id="rId44"/>
    <p:sldId id="302" r:id="rId45"/>
    <p:sldId id="303" r:id="rId46"/>
    <p:sldId id="304" r:id="rId47"/>
    <p:sldId id="305" r:id="rId48"/>
    <p:sldId id="306" r:id="rId49"/>
    <p:sldId id="307" r:id="rId50"/>
    <p:sldId id="308" r:id="rId51"/>
    <p:sldId id="309" r:id="rId52"/>
    <p:sldId id="310" r:id="rId53"/>
    <p:sldId id="311" r:id="rId54"/>
    <p:sldId id="312" r:id="rId55"/>
    <p:sldId id="313" r:id="rId56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78" d="100"/>
          <a:sy n="78" d="100"/>
        </p:scale>
        <p:origin x="83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8318BA11-A375-661F-70B2-B27DF67BA0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5B39B4AC-75B2-7269-8A7C-2D455C6C3F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BF1358F3-8AD8-1CC7-1995-1D412E2C6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B91B8-3485-442D-901D-907FA587CA06}" type="datetimeFigureOut">
              <a:rPr lang="tr-TR" smtClean="0"/>
              <a:t>7.04.2025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D8126DB5-C088-8685-7363-F7E5E9BBE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C21BCA18-C356-F371-D6F0-BE7AE2A3E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7F430-3E56-4AFD-9D97-9448C71C604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3210945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74F9799-457C-A0DC-63B8-88095DABBE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AD1C0843-7716-D988-FBC0-2B3DB2784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92D84D14-8E72-B6B0-4855-73F7A41502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B91B8-3485-442D-901D-907FA587CA06}" type="datetimeFigureOut">
              <a:rPr lang="tr-TR" smtClean="0"/>
              <a:t>7.04.2025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46B87370-1016-7D71-2B69-E90D44683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613FDE25-F70D-659E-A655-5609E6600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7F430-3E56-4AFD-9D97-9448C71C604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2392548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2A255D34-837D-67CE-663D-6607EAFE11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CB44D15C-B17C-6973-B89B-728EA289B3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D663DA7D-A648-75BD-8FE9-394928615B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B91B8-3485-442D-901D-907FA587CA06}" type="datetimeFigureOut">
              <a:rPr lang="tr-TR" smtClean="0"/>
              <a:t>7.04.2025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0E5AEBB6-FDC1-2B0C-8D98-3028F288EE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8758532A-A1F1-FC3D-42CF-5B5756D8BF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7F430-3E56-4AFD-9D97-9448C71C604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8694707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D8921A44-AC28-431F-A07C-3075B2EAE6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8F2021C3-AC00-5C67-0AEC-B0A2AE9224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1ABE56DE-6DDF-6540-88A8-D9A8471C65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F84971F4-B8BF-A0D2-D5BB-ADA3FF58A0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B91B8-3485-442D-901D-907FA587CA06}" type="datetimeFigureOut">
              <a:rPr lang="tr-TR" smtClean="0"/>
              <a:t>7.04.2025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774845DC-DC8D-3B9A-3C8F-5349481029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65489A30-55BF-BBC9-B128-90F9754A77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7F430-3E56-4AFD-9D97-9448C71C604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4245301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8464C292-BCE4-D448-E0A5-109023E29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00295950-1E23-5BCD-F9B3-811F448514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1A2C0677-AFAC-3886-F87B-DB71DDBFF0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Metin Yer Tutucusu 4">
            <a:extLst>
              <a:ext uri="{FF2B5EF4-FFF2-40B4-BE49-F238E27FC236}">
                <a16:creationId xmlns:a16="http://schemas.microsoft.com/office/drawing/2014/main" id="{4018B9A6-F96C-E376-A581-1483EAF3E4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İçerik Yer Tutucusu 5">
            <a:extLst>
              <a:ext uri="{FF2B5EF4-FFF2-40B4-BE49-F238E27FC236}">
                <a16:creationId xmlns:a16="http://schemas.microsoft.com/office/drawing/2014/main" id="{2612E756-A5F6-8B2D-5D22-31F441CA585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7" name="Veri Yer Tutucusu 6">
            <a:extLst>
              <a:ext uri="{FF2B5EF4-FFF2-40B4-BE49-F238E27FC236}">
                <a16:creationId xmlns:a16="http://schemas.microsoft.com/office/drawing/2014/main" id="{0761C055-72AB-DD61-87A9-8D5AE5B83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B91B8-3485-442D-901D-907FA587CA06}" type="datetimeFigureOut">
              <a:rPr lang="tr-TR" smtClean="0"/>
              <a:t>7.04.2025</a:t>
            </a:fld>
            <a:endParaRPr lang="tr-TR"/>
          </a:p>
        </p:txBody>
      </p:sp>
      <p:sp>
        <p:nvSpPr>
          <p:cNvPr id="8" name="Alt Bilgi Yer Tutucusu 7">
            <a:extLst>
              <a:ext uri="{FF2B5EF4-FFF2-40B4-BE49-F238E27FC236}">
                <a16:creationId xmlns:a16="http://schemas.microsoft.com/office/drawing/2014/main" id="{2A35BC24-DEC5-078F-911E-D6E36B6EFF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>
            <a:extLst>
              <a:ext uri="{FF2B5EF4-FFF2-40B4-BE49-F238E27FC236}">
                <a16:creationId xmlns:a16="http://schemas.microsoft.com/office/drawing/2014/main" id="{0B448D49-CF5D-E036-C2D3-0A49B96557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7F430-3E56-4AFD-9D97-9448C71C604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2600276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0B5F4167-8F7D-95F2-080C-EF8EF3B92B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Veri Yer Tutucusu 2">
            <a:extLst>
              <a:ext uri="{FF2B5EF4-FFF2-40B4-BE49-F238E27FC236}">
                <a16:creationId xmlns:a16="http://schemas.microsoft.com/office/drawing/2014/main" id="{7614961C-B5CA-B643-7087-BCBFFBAB18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B91B8-3485-442D-901D-907FA587CA06}" type="datetimeFigureOut">
              <a:rPr lang="tr-TR" smtClean="0"/>
              <a:t>7.04.2025</a:t>
            </a:fld>
            <a:endParaRPr lang="tr-TR"/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99B264B1-4CEB-AAAC-566D-4402743C42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9A0C6CCD-037F-268D-84B9-1AB0F11F0B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7F430-3E56-4AFD-9D97-9448C71C604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3496504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>
            <a:extLst>
              <a:ext uri="{FF2B5EF4-FFF2-40B4-BE49-F238E27FC236}">
                <a16:creationId xmlns:a16="http://schemas.microsoft.com/office/drawing/2014/main" id="{B6ABA8C8-5C76-3670-ED5B-7DA5530703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B91B8-3485-442D-901D-907FA587CA06}" type="datetimeFigureOut">
              <a:rPr lang="tr-TR" smtClean="0"/>
              <a:t>7.04.2025</a:t>
            </a:fld>
            <a:endParaRPr lang="tr-TR"/>
          </a:p>
        </p:txBody>
      </p:sp>
      <p:sp>
        <p:nvSpPr>
          <p:cNvPr id="3" name="Alt Bilgi Yer Tutucusu 2">
            <a:extLst>
              <a:ext uri="{FF2B5EF4-FFF2-40B4-BE49-F238E27FC236}">
                <a16:creationId xmlns:a16="http://schemas.microsoft.com/office/drawing/2014/main" id="{085FF525-33A5-36AD-9F33-60C0230EBC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E0F4CB82-A0FD-2DCD-5423-5A128ADFEA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7F430-3E56-4AFD-9D97-9448C71C604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9958554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DFA460F5-7823-180E-C09D-A24A09C37D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83A262E1-8700-A70A-1080-5A02313326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F1F52B60-15E4-07B4-35E0-F2C179DBE0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2409B3BD-5E4F-574F-36DD-6BB8E24594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B91B8-3485-442D-901D-907FA587CA06}" type="datetimeFigureOut">
              <a:rPr lang="tr-TR" smtClean="0"/>
              <a:t>7.04.2025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826401D8-840D-9130-5CD8-5AF690CD71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ABA1CDED-E4C2-DE69-DA21-954DC59E6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7F430-3E56-4AFD-9D97-9448C71C604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0261358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5915E04-81DC-BF12-2C30-3235BDA821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Resim Yer Tutucusu 2">
            <a:extLst>
              <a:ext uri="{FF2B5EF4-FFF2-40B4-BE49-F238E27FC236}">
                <a16:creationId xmlns:a16="http://schemas.microsoft.com/office/drawing/2014/main" id="{E9D046F1-9AF1-8BEF-B091-3CCD48D3B2C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5B08FB96-4542-A49B-C0FC-86C7C2B128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2D6F7BB3-3BD0-A037-B0F2-A99C052481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B91B8-3485-442D-901D-907FA587CA06}" type="datetimeFigureOut">
              <a:rPr lang="tr-TR" smtClean="0"/>
              <a:t>7.04.2025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1901A7A4-FDF7-3963-68F3-1FDA50C13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D14F4DFA-56E9-14A9-7BE9-B7EE5731B4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7F430-3E56-4AFD-9D97-9448C71C604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3718272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E625400-9369-384D-E796-2EFD3F16B7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0FDBFA05-E303-1776-4625-02A22FB5C6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CEB1965D-1CB0-4FED-A37E-13FC82314E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B91B8-3485-442D-901D-907FA587CA06}" type="datetimeFigureOut">
              <a:rPr lang="tr-TR" smtClean="0"/>
              <a:t>7.04.2025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86391D45-6432-02A0-C287-AF717D26B8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BA041AE0-9BE6-B6A1-1F25-677FB4658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7F430-3E56-4AFD-9D97-9448C71C604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0740831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>
            <a:extLst>
              <a:ext uri="{FF2B5EF4-FFF2-40B4-BE49-F238E27FC236}">
                <a16:creationId xmlns:a16="http://schemas.microsoft.com/office/drawing/2014/main" id="{0C6E4130-8918-B49B-0601-E98036D5D6E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67898CF3-E679-179C-38CB-A7DE869FC7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07F09569-9AD8-20D7-61A2-B6B2F5678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B91B8-3485-442D-901D-907FA587CA06}" type="datetimeFigureOut">
              <a:rPr lang="tr-TR" smtClean="0"/>
              <a:t>7.04.2025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E7AB1EE8-04DA-DC63-631C-B5821078B8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C493ABFC-8E82-CBA8-E019-9797D4C38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7F430-3E56-4AFD-9D97-9448C71C604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467532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>
            <a:extLst>
              <a:ext uri="{FF2B5EF4-FFF2-40B4-BE49-F238E27FC236}">
                <a16:creationId xmlns:a16="http://schemas.microsoft.com/office/drawing/2014/main" id="{E85100BD-6BD3-03CC-4212-DD694D6D8C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B34EF137-EBBC-A72B-AD36-55AA61A173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B8502586-658C-2689-8E22-4581F8C55F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FB91B8-3485-442D-901D-907FA587CA06}" type="datetimeFigureOut">
              <a:rPr lang="tr-TR" smtClean="0"/>
              <a:t>7.04.2025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C581C098-A4A7-4DAC-451E-FD2C87733B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0A43E69D-2F72-7288-E72F-09EC1359FF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97F430-3E56-4AFD-9D97-9448C71C604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9854370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jp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jp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jp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jp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jp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jp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9037679-6561-92D3-2DAC-B0B8CD98258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7C75A042-E5B8-C4E8-07EA-B5F22F6EEB9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5" name="Resim 4" descr="metin, çizgi film, tasarım içeren bir resim&#10;&#10;Yapay zeka tarafından oluşturulan içerik yanlış olabilir.">
            <a:extLst>
              <a:ext uri="{FF2B5EF4-FFF2-40B4-BE49-F238E27FC236}">
                <a16:creationId xmlns:a16="http://schemas.microsoft.com/office/drawing/2014/main" id="{2F85D00F-5405-6EA2-9812-7008663507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32929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 descr="metin, ekran görüntüsü, bilgi, enformasyon içeren bir resim&#10;&#10;Yapay zeka tarafından oluşturulan içerik yanlış olabilir.">
            <a:extLst>
              <a:ext uri="{FF2B5EF4-FFF2-40B4-BE49-F238E27FC236}">
                <a16:creationId xmlns:a16="http://schemas.microsoft.com/office/drawing/2014/main" id="{583A9737-4B34-2CEF-B118-A5A62F0CFF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57757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 descr="metin, ekran görüntüsü içeren bir resim">
            <a:extLst>
              <a:ext uri="{FF2B5EF4-FFF2-40B4-BE49-F238E27FC236}">
                <a16:creationId xmlns:a16="http://schemas.microsoft.com/office/drawing/2014/main" id="{F493E0C3-7558-67CD-160C-AE4ACC2F3D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34224"/>
            <a:ext cx="12191999" cy="6992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77488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 descr="metin, ekran görüntüsü, bilgisayar, iç mekan içeren bir resim&#10;&#10;Yapay zeka tarafından oluşturulan içerik yanlış olabilir.">
            <a:extLst>
              <a:ext uri="{FF2B5EF4-FFF2-40B4-BE49-F238E27FC236}">
                <a16:creationId xmlns:a16="http://schemas.microsoft.com/office/drawing/2014/main" id="{C4124F45-FE2C-86F2-9107-127F76EC96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8533" y="0"/>
            <a:ext cx="12310533" cy="6924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10676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 descr="metin, çizim, taslak içeren bir resim&#10;&#10;Yapay zeka tarafından oluşturulan içerik yanlış olabilir.">
            <a:extLst>
              <a:ext uri="{FF2B5EF4-FFF2-40B4-BE49-F238E27FC236}">
                <a16:creationId xmlns:a16="http://schemas.microsoft.com/office/drawing/2014/main" id="{17A8F077-58E8-86BA-097B-1CC5E81FCC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4206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97373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 descr="metin, ekran görüntüsü, vida içeren bir resim">
            <a:extLst>
              <a:ext uri="{FF2B5EF4-FFF2-40B4-BE49-F238E27FC236}">
                <a16:creationId xmlns:a16="http://schemas.microsoft.com/office/drawing/2014/main" id="{F0B68B57-ABB3-EF01-DF2B-1F3F175CF7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5250" y="-76200"/>
            <a:ext cx="12401550" cy="693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04529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 descr="metin, dikdörtgen, çizim içeren bir resim&#10;&#10;Yapay zeka tarafından oluşturulan içerik yanlış olabilir.">
            <a:extLst>
              <a:ext uri="{FF2B5EF4-FFF2-40B4-BE49-F238E27FC236}">
                <a16:creationId xmlns:a16="http://schemas.microsoft.com/office/drawing/2014/main" id="{158463D4-5FED-3F96-BBBB-E859699785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924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86361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Resim 20" descr="metin, bilgisayar, ekran, görüntüleme, ekran görüntüsü içeren bir resim&#10;&#10;Yapay zeka tarafından oluşturulan içerik yanlış olabilir.">
            <a:extLst>
              <a:ext uri="{FF2B5EF4-FFF2-40B4-BE49-F238E27FC236}">
                <a16:creationId xmlns:a16="http://schemas.microsoft.com/office/drawing/2014/main" id="{62E3DDC8-55E4-341A-3379-F20080E7E7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63503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 descr="metin, paralel, tasarım içeren bir resim">
            <a:extLst>
              <a:ext uri="{FF2B5EF4-FFF2-40B4-BE49-F238E27FC236}">
                <a16:creationId xmlns:a16="http://schemas.microsoft.com/office/drawing/2014/main" id="{B48A8E73-BAB2-08C2-E85B-CD1D963B51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20094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sim 1">
            <a:extLst>
              <a:ext uri="{FF2B5EF4-FFF2-40B4-BE49-F238E27FC236}">
                <a16:creationId xmlns:a16="http://schemas.microsoft.com/office/drawing/2014/main" id="{9CB82BD1-919B-4EAC-814F-15B1272A18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90895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 descr="metin, çizim, dikdörtgen, diyagram içeren bir resim&#10;&#10;Yapay zeka tarafından oluşturulan içerik yanlış olabilir.">
            <a:extLst>
              <a:ext uri="{FF2B5EF4-FFF2-40B4-BE49-F238E27FC236}">
                <a16:creationId xmlns:a16="http://schemas.microsoft.com/office/drawing/2014/main" id="{58CD3436-1ACA-3CB5-B7D4-06A8870322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65758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 descr="metin, bilgisayar, ekran görüntüsü, ekran, görüntüleme içeren bir resim">
            <a:extLst>
              <a:ext uri="{FF2B5EF4-FFF2-40B4-BE49-F238E27FC236}">
                <a16:creationId xmlns:a16="http://schemas.microsoft.com/office/drawing/2014/main" id="{A6C8BC98-C5CC-DDF2-92AD-8E97F10EC9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0878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 descr="metin, ekran görüntüsü, yazı tipi içeren bir resim">
            <a:extLst>
              <a:ext uri="{FF2B5EF4-FFF2-40B4-BE49-F238E27FC236}">
                <a16:creationId xmlns:a16="http://schemas.microsoft.com/office/drawing/2014/main" id="{542ABB34-21E5-3EEE-D0AF-653F0E3DB7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78255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70041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 descr="metin, ekran görüntüsü, yazı tahtası, tasarım içeren bir resim&#10;&#10;Yapay zeka tarafından oluşturulan içerik yanlış olabilir.">
            <a:extLst>
              <a:ext uri="{FF2B5EF4-FFF2-40B4-BE49-F238E27FC236}">
                <a16:creationId xmlns:a16="http://schemas.microsoft.com/office/drawing/2014/main" id="{01C6E1EA-7A84-229C-DDB4-6DB727EF2C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19061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 descr="metin, bilgisayar, ekran görüntüsü, yazı tahtası içeren bir resim">
            <a:extLst>
              <a:ext uri="{FF2B5EF4-FFF2-40B4-BE49-F238E27FC236}">
                <a16:creationId xmlns:a16="http://schemas.microsoft.com/office/drawing/2014/main" id="{12E49DB6-0695-391D-8A67-A4FFC64DAA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89885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 descr="metin, ekran görüntüsü, yazı tahtası, tasarım içeren bir resim&#10;&#10;Yapay zeka tarafından oluşturulan içerik yanlış olabilir.">
            <a:extLst>
              <a:ext uri="{FF2B5EF4-FFF2-40B4-BE49-F238E27FC236}">
                <a16:creationId xmlns:a16="http://schemas.microsoft.com/office/drawing/2014/main" id="{80C224BA-5676-2D3F-59DA-C4A5093159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78025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 descr="metin, diyagram, dikdörtgen, tasarım içeren bir resim">
            <a:extLst>
              <a:ext uri="{FF2B5EF4-FFF2-40B4-BE49-F238E27FC236}">
                <a16:creationId xmlns:a16="http://schemas.microsoft.com/office/drawing/2014/main" id="{E0E310A3-424A-DAE2-9787-7E3E2A11B0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58637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 descr="metin, yazı tahtası, ekran görüntüsü, tasarım içeren bir resim&#10;&#10;Yapay zeka tarafından oluşturulan içerik yanlış olabilir.">
            <a:extLst>
              <a:ext uri="{FF2B5EF4-FFF2-40B4-BE49-F238E27FC236}">
                <a16:creationId xmlns:a16="http://schemas.microsoft.com/office/drawing/2014/main" id="{49508622-AFA6-15B2-0BCC-7999C93CB1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19075" y="0"/>
            <a:ext cx="124110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77793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 descr="metin, yazı tipi, ekran görüntüsü, doküman, belge içeren bir resim">
            <a:extLst>
              <a:ext uri="{FF2B5EF4-FFF2-40B4-BE49-F238E27FC236}">
                <a16:creationId xmlns:a16="http://schemas.microsoft.com/office/drawing/2014/main" id="{7A8B9C6E-7813-2B09-0369-FCEA73BD4B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83837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 descr="metin, ekran görüntüsü içeren bir resim">
            <a:extLst>
              <a:ext uri="{FF2B5EF4-FFF2-40B4-BE49-F238E27FC236}">
                <a16:creationId xmlns:a16="http://schemas.microsoft.com/office/drawing/2014/main" id="{3D04152C-E937-E0E3-71CE-0F68ECAEC2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1570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 descr="metin, ekran görüntüsü, doküman, belge içeren bir resim">
            <a:extLst>
              <a:ext uri="{FF2B5EF4-FFF2-40B4-BE49-F238E27FC236}">
                <a16:creationId xmlns:a16="http://schemas.microsoft.com/office/drawing/2014/main" id="{CCD53D7E-7AB2-2A12-052B-4B1FEAE66E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991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177164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 descr="metin, çizim, yazı tahtası içeren bir resim">
            <a:extLst>
              <a:ext uri="{FF2B5EF4-FFF2-40B4-BE49-F238E27FC236}">
                <a16:creationId xmlns:a16="http://schemas.microsoft.com/office/drawing/2014/main" id="{D68731EF-A2D6-E635-2C3D-8249E7D814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06736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 descr="metin, ekran görüntüsü, ekran, görüntüleme, görüntüleme cihazı içeren bir resim">
            <a:extLst>
              <a:ext uri="{FF2B5EF4-FFF2-40B4-BE49-F238E27FC236}">
                <a16:creationId xmlns:a16="http://schemas.microsoft.com/office/drawing/2014/main" id="{BBB45E0C-7996-EEEA-4D7A-71CAC0A881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525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692324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 descr="metin, levha, plaka içeren bir resim">
            <a:extLst>
              <a:ext uri="{FF2B5EF4-FFF2-40B4-BE49-F238E27FC236}">
                <a16:creationId xmlns:a16="http://schemas.microsoft.com/office/drawing/2014/main" id="{BD4F53B0-2A13-429E-A149-2CFBDC4012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98679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 descr="metin, bilgisayar, ekran görüntüsü, ekran, görüntüleme içeren bir resim&#10;&#10;Yapay zeka tarafından oluşturulan içerik yanlış olabilir.">
            <a:extLst>
              <a:ext uri="{FF2B5EF4-FFF2-40B4-BE49-F238E27FC236}">
                <a16:creationId xmlns:a16="http://schemas.microsoft.com/office/drawing/2014/main" id="{C9D56797-78E9-F15D-BF8E-58330E8449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813102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 descr="metin, ekran görüntüsü, ekran, görüntüleme, bilgisayar içeren bir resim&#10;&#10;Yapay zeka tarafından oluşturulan içerik yanlış olabilir.">
            <a:extLst>
              <a:ext uri="{FF2B5EF4-FFF2-40B4-BE49-F238E27FC236}">
                <a16:creationId xmlns:a16="http://schemas.microsoft.com/office/drawing/2014/main" id="{20246A9E-C7C5-7783-1493-FA3E0A737C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" y="1"/>
            <a:ext cx="1209675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358855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 descr="metin, iç mekan, tasarım içeren bir resim">
            <a:extLst>
              <a:ext uri="{FF2B5EF4-FFF2-40B4-BE49-F238E27FC236}">
                <a16:creationId xmlns:a16="http://schemas.microsoft.com/office/drawing/2014/main" id="{7E259A5C-6176-F615-AFFB-0403926569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205045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 descr="metin, çizim, taslak, dikdörtgen içeren bir resim">
            <a:extLst>
              <a:ext uri="{FF2B5EF4-FFF2-40B4-BE49-F238E27FC236}">
                <a16:creationId xmlns:a16="http://schemas.microsoft.com/office/drawing/2014/main" id="{165809C5-D691-EB92-B919-6D25C52C2F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91813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 descr="metin, ekran görüntüsü, bilgisayar içeren bir resim&#10;&#10;Yapay zeka tarafından oluşturulan içerik yanlış olabilir.">
            <a:extLst>
              <a:ext uri="{FF2B5EF4-FFF2-40B4-BE49-F238E27FC236}">
                <a16:creationId xmlns:a16="http://schemas.microsoft.com/office/drawing/2014/main" id="{6766698A-5C7D-7B51-2360-334FB04EF9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811358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 descr="metin, ekran görüntüsü içeren bir resim&#10;&#10;Yapay zeka tarafından oluşturulan içerik yanlış olabilir.">
            <a:extLst>
              <a:ext uri="{FF2B5EF4-FFF2-40B4-BE49-F238E27FC236}">
                <a16:creationId xmlns:a16="http://schemas.microsoft.com/office/drawing/2014/main" id="{AE7114E5-AAEC-1906-99D4-AFE90C8793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731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 descr="metin, paralel, dikdörtgen, el yazısı içeren bir resim&#10;&#10;Yapay zeka tarafından oluşturulan içerik yanlış olabilir.">
            <a:extLst>
              <a:ext uri="{FF2B5EF4-FFF2-40B4-BE49-F238E27FC236}">
                <a16:creationId xmlns:a16="http://schemas.microsoft.com/office/drawing/2014/main" id="{D4FAE7EA-839B-6FCF-3AE2-14AFAD4FA3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110038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 descr="metin, ekran görüntüsü içeren bir resim&#10;&#10;Yapay zeka tarafından oluşturulan içerik yanlış olabilir.">
            <a:extLst>
              <a:ext uri="{FF2B5EF4-FFF2-40B4-BE49-F238E27FC236}">
                <a16:creationId xmlns:a16="http://schemas.microsoft.com/office/drawing/2014/main" id="{B5291694-C895-8232-8D58-75916323F5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797662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 descr="metin içeren bir resim&#10;&#10;Yapay zeka tarafından oluşturulan içerik yanlış olabilir.">
            <a:extLst>
              <a:ext uri="{FF2B5EF4-FFF2-40B4-BE49-F238E27FC236}">
                <a16:creationId xmlns:a16="http://schemas.microsoft.com/office/drawing/2014/main" id="{5CCF2C24-FE4B-B551-1FBC-7C4AD7F299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65091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 descr="metin, bilgisayar, ekran görüntüsü, ekran, görüntüleme içeren bir resim&#10;&#10;Yapay zeka tarafından oluşturulan içerik yanlış olabilir.">
            <a:extLst>
              <a:ext uri="{FF2B5EF4-FFF2-40B4-BE49-F238E27FC236}">
                <a16:creationId xmlns:a16="http://schemas.microsoft.com/office/drawing/2014/main" id="{DA4FF577-4633-54E2-F35C-EB5104CF5A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856414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 descr="metin, menü, sayı, numara, ekran görüntüsü içeren bir resim&#10;&#10;Yapay zeka tarafından oluşturulan içerik yanlış olabilir.">
            <a:extLst>
              <a:ext uri="{FF2B5EF4-FFF2-40B4-BE49-F238E27FC236}">
                <a16:creationId xmlns:a16="http://schemas.microsoft.com/office/drawing/2014/main" id="{524B23B1-E222-1F1C-8C9B-2AF6FB2293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612237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 descr="metin, ekran görüntüsü, ekran, görüntüleme, dikdörtgen içeren bir resim&#10;&#10;Yapay zeka tarafından oluşturulan içerik yanlış olabilir.">
            <a:extLst>
              <a:ext uri="{FF2B5EF4-FFF2-40B4-BE49-F238E27FC236}">
                <a16:creationId xmlns:a16="http://schemas.microsoft.com/office/drawing/2014/main" id="{7CA88D2D-A955-95FB-6907-702A723EBA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66675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38894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 descr="metin, yazı tahtası, ekran görüntüsü, tasarım içeren bir resim&#10;&#10;Yapay zeka tarafından oluşturulan içerik yanlış olabilir.">
            <a:extLst>
              <a:ext uri="{FF2B5EF4-FFF2-40B4-BE49-F238E27FC236}">
                <a16:creationId xmlns:a16="http://schemas.microsoft.com/office/drawing/2014/main" id="{FDC8CDCF-0F3A-3930-4AA6-86E5000CB6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314605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 descr="metin, tekerlek içeren bir resim&#10;&#10;Yapay zeka tarafından oluşturulan içerik yanlış olabilir.">
            <a:extLst>
              <a:ext uri="{FF2B5EF4-FFF2-40B4-BE49-F238E27FC236}">
                <a16:creationId xmlns:a16="http://schemas.microsoft.com/office/drawing/2014/main" id="{CD36CFF1-DA0E-17B6-107D-70B08CEF6D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6199" y="0"/>
            <a:ext cx="122682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5954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 descr="metin, çizim, taslak içeren bir resim&#10;&#10;Yapay zeka tarafından oluşturulan içerik yanlış olabilir.">
            <a:extLst>
              <a:ext uri="{FF2B5EF4-FFF2-40B4-BE49-F238E27FC236}">
                <a16:creationId xmlns:a16="http://schemas.microsoft.com/office/drawing/2014/main" id="{813E2564-3EA1-9348-F939-27541E0FA6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66675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772033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 descr="metin, ekran görüntüsü içeren bir resim&#10;&#10;Yapay zeka tarafından oluşturulan içerik yanlış olabilir.">
            <a:extLst>
              <a:ext uri="{FF2B5EF4-FFF2-40B4-BE49-F238E27FC236}">
                <a16:creationId xmlns:a16="http://schemas.microsoft.com/office/drawing/2014/main" id="{F151D505-BA98-63C3-7819-EF4294C665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502289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 descr="metin, ekran görüntüsü, yazı tipi, sayı, numara içeren bir resim&#10;&#10;Yapay zeka tarafından oluşturulan içerik yanlış olabilir.">
            <a:extLst>
              <a:ext uri="{FF2B5EF4-FFF2-40B4-BE49-F238E27FC236}">
                <a16:creationId xmlns:a16="http://schemas.microsoft.com/office/drawing/2014/main" id="{C208830D-6184-9DFF-44D5-EE4AABE2DF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049675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 descr="metin, çizim, taslak, yazı tahtası içeren bir resim&#10;&#10;Yapay zeka tarafından oluşturulan içerik yanlış olabilir.">
            <a:extLst>
              <a:ext uri="{FF2B5EF4-FFF2-40B4-BE49-F238E27FC236}">
                <a16:creationId xmlns:a16="http://schemas.microsoft.com/office/drawing/2014/main" id="{F14D9722-0E7A-7CAD-6C25-08DE2580E0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9525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436954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 descr="metin, ekran görüntüsü, bilgi, enformasyon içeren bir resim&#10;&#10;Yapay zeka tarafından oluşturulan içerik yanlış olabilir.">
            <a:extLst>
              <a:ext uri="{FF2B5EF4-FFF2-40B4-BE49-F238E27FC236}">
                <a16:creationId xmlns:a16="http://schemas.microsoft.com/office/drawing/2014/main" id="{C0DD11A6-222D-A2DC-A0D3-566DFB9467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66675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751803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 descr="metin, yazı tahtası içeren bir resim&#10;&#10;Yapay zeka tarafından oluşturulan içerik yanlış olabilir.">
            <a:extLst>
              <a:ext uri="{FF2B5EF4-FFF2-40B4-BE49-F238E27FC236}">
                <a16:creationId xmlns:a16="http://schemas.microsoft.com/office/drawing/2014/main" id="{C6253511-F65A-AD2A-47E1-236B711CCB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275294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 descr="metin, ekran görüntüsü içeren bir resim&#10;&#10;Yapay zeka tarafından oluşturulan içerik yanlış olabilir.">
            <a:extLst>
              <a:ext uri="{FF2B5EF4-FFF2-40B4-BE49-F238E27FC236}">
                <a16:creationId xmlns:a16="http://schemas.microsoft.com/office/drawing/2014/main" id="{87CF7085-8746-8167-83BA-36C7B131AE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75" y="0"/>
            <a:ext cx="12058650" cy="7029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022894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 descr="metin, yazı tahtası, yazı tipi, ekran görüntüsü içeren bir resim&#10;&#10;Yapay zeka tarafından oluşturulan içerik yanlış olabilir.">
            <a:extLst>
              <a:ext uri="{FF2B5EF4-FFF2-40B4-BE49-F238E27FC236}">
                <a16:creationId xmlns:a16="http://schemas.microsoft.com/office/drawing/2014/main" id="{8BDB03D1-9ECB-F141-A535-9ABBC0A452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749844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 descr="metin, çizim, taslak, harita içeren bir resim&#10;&#10;Yapay zeka tarafından oluşturulan içerik yanlış olabilir.">
            <a:extLst>
              <a:ext uri="{FF2B5EF4-FFF2-40B4-BE49-F238E27FC236}">
                <a16:creationId xmlns:a16="http://schemas.microsoft.com/office/drawing/2014/main" id="{BAD885A2-F77D-517F-E3D9-7FF2C10882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201303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 descr="metin, çizim, taslak, el yazısı içeren bir resim&#10;&#10;Yapay zeka tarafından oluşturulan içerik yanlış olabilir.">
            <a:extLst>
              <a:ext uri="{FF2B5EF4-FFF2-40B4-BE49-F238E27FC236}">
                <a16:creationId xmlns:a16="http://schemas.microsoft.com/office/drawing/2014/main" id="{A50FE9A2-DC5B-1F6F-318E-37D8183734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395830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 descr="metin, ekran görüntüsü, bilgisayar, bilgi, enformasyon içeren bir resim&#10;&#10;Yapay zeka tarafından oluşturulan içerik yanlış olabilir.">
            <a:extLst>
              <a:ext uri="{FF2B5EF4-FFF2-40B4-BE49-F238E27FC236}">
                <a16:creationId xmlns:a16="http://schemas.microsoft.com/office/drawing/2014/main" id="{883A64DB-D84D-843A-C66B-7EC1D7B673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723151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 descr="metin, çizim içeren bir resim&#10;&#10;Yapay zeka tarafından oluşturulan içerik yanlış olabilir.">
            <a:extLst>
              <a:ext uri="{FF2B5EF4-FFF2-40B4-BE49-F238E27FC236}">
                <a16:creationId xmlns:a16="http://schemas.microsoft.com/office/drawing/2014/main" id="{5AEC342D-744E-678B-BAC9-B7CE864B2F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486975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 descr="metin içeren bir resim&#10;&#10;Yapay zeka tarafından oluşturulan içerik yanlış olabilir.">
            <a:extLst>
              <a:ext uri="{FF2B5EF4-FFF2-40B4-BE49-F238E27FC236}">
                <a16:creationId xmlns:a16="http://schemas.microsoft.com/office/drawing/2014/main" id="{15262B56-B6FD-EF0A-5CAD-70EDE8758D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492880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 descr="metin içeren bir resim&#10;&#10;Yapay zeka tarafından oluşturulan içerik yanlış olabilir.">
            <a:extLst>
              <a:ext uri="{FF2B5EF4-FFF2-40B4-BE49-F238E27FC236}">
                <a16:creationId xmlns:a16="http://schemas.microsoft.com/office/drawing/2014/main" id="{FA44A669-CC51-9F7E-3258-6C9C092A04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6675" y="0"/>
            <a:ext cx="12258675" cy="6991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48760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 descr="metin, yazı tahtası içeren bir resim&#10;&#10;Yapay zeka tarafından oluşturulan içerik yanlış olabilir.">
            <a:extLst>
              <a:ext uri="{FF2B5EF4-FFF2-40B4-BE49-F238E27FC236}">
                <a16:creationId xmlns:a16="http://schemas.microsoft.com/office/drawing/2014/main" id="{08282286-3BB0-456B-F996-433FD0AAA4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924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499354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 descr="metin içeren bir resim&#10;&#10;Yapay zeka tarafından oluşturulan içerik yanlış olabilir.">
            <a:extLst>
              <a:ext uri="{FF2B5EF4-FFF2-40B4-BE49-F238E27FC236}">
                <a16:creationId xmlns:a16="http://schemas.microsoft.com/office/drawing/2014/main" id="{91A62586-A1A7-214A-49E6-200B3BE49C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7620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884707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 descr="metin, ekran görüntüsü, yazı tipi içeren bir resim">
            <a:extLst>
              <a:ext uri="{FF2B5EF4-FFF2-40B4-BE49-F238E27FC236}">
                <a16:creationId xmlns:a16="http://schemas.microsoft.com/office/drawing/2014/main" id="{9A67A139-2339-DB75-3F0B-59D32D6D2C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334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99849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0</Words>
  <Application>Microsoft Office PowerPoint</Application>
  <PresentationFormat>Geniş ekran</PresentationFormat>
  <Paragraphs>0</Paragraphs>
  <Slides>55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55</vt:i4>
      </vt:variant>
    </vt:vector>
  </HeadingPairs>
  <TitlesOfParts>
    <vt:vector size="59" baseType="lpstr">
      <vt:lpstr>Aptos</vt:lpstr>
      <vt:lpstr>Aptos Display</vt:lpstr>
      <vt:lpstr>Arial</vt:lpstr>
      <vt:lpstr>Office Teması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Sunusu</dc:title>
  <dc:creator>Salih Ünüvar</dc:creator>
  <cp:lastModifiedBy>Oğuzhan Umutlu</cp:lastModifiedBy>
  <cp:revision>3</cp:revision>
  <dcterms:created xsi:type="dcterms:W3CDTF">2025-04-07T15:26:42Z</dcterms:created>
  <dcterms:modified xsi:type="dcterms:W3CDTF">2025-04-07T16:28:52Z</dcterms:modified>
</cp:coreProperties>
</file>